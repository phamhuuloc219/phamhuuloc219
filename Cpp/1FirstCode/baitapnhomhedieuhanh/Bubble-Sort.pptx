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AA7C34-7969-0E8D-F4D8-3298F70D4546}"/>
              </a:ext>
            </a:extLst>
          </p:cNvPr>
          <p:cNvSpPr txBox="1"/>
          <p:nvPr/>
        </p:nvSpPr>
        <p:spPr>
          <a:xfrm>
            <a:off x="1759974" y="1945231"/>
            <a:ext cx="86720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Welcome to Công Chúa Bong Bóng</a:t>
            </a:r>
          </a:p>
        </p:txBody>
      </p:sp>
    </p:spTree>
    <p:extLst>
      <p:ext uri="{BB962C8B-B14F-4D97-AF65-F5344CB8AC3E}">
        <p14:creationId xmlns:p14="http://schemas.microsoft.com/office/powerpoint/2010/main" val="209548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AA7C34-7969-0E8D-F4D8-3298F70D4546}"/>
              </a:ext>
            </a:extLst>
          </p:cNvPr>
          <p:cNvSpPr txBox="1"/>
          <p:nvPr/>
        </p:nvSpPr>
        <p:spPr>
          <a:xfrm>
            <a:off x="1750141" y="2487561"/>
            <a:ext cx="7561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6F7F95-94BD-0E53-2FFA-4ADBD1EFA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88" y="623304"/>
            <a:ext cx="8454874" cy="1234985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Danh sách Tên thành viên nhóm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BC73E0-B776-3B13-2F90-9122A46D9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8288" y="2140597"/>
            <a:ext cx="9904505" cy="296234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Phạm Hữu Lộc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Lê Vũ Huy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Lê Hồng Quý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Hồ Quang Hiệp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 Gôn Niê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3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AA7C34-7969-0E8D-F4D8-3298F70D4546}"/>
              </a:ext>
            </a:extLst>
          </p:cNvPr>
          <p:cNvSpPr txBox="1"/>
          <p:nvPr/>
        </p:nvSpPr>
        <p:spPr>
          <a:xfrm>
            <a:off x="1750141" y="2487561"/>
            <a:ext cx="8691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Bubble sort</a:t>
            </a:r>
          </a:p>
        </p:txBody>
      </p:sp>
    </p:spTree>
    <p:extLst>
      <p:ext uri="{BB962C8B-B14F-4D97-AF65-F5344CB8AC3E}">
        <p14:creationId xmlns:p14="http://schemas.microsoft.com/office/powerpoint/2010/main" val="45344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B3E7-4F9E-207E-E026-2FD0C6C39EE2}"/>
              </a:ext>
            </a:extLst>
          </p:cNvPr>
          <p:cNvSpPr txBox="1"/>
          <p:nvPr/>
        </p:nvSpPr>
        <p:spPr>
          <a:xfrm>
            <a:off x="1917290" y="570270"/>
            <a:ext cx="80427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Ý tưởng của thuật toán Bubble Sort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31D82-1269-9F2A-966D-CB958D1B9950}"/>
              </a:ext>
            </a:extLst>
          </p:cNvPr>
          <p:cNvSpPr txBox="1"/>
          <p:nvPr/>
        </p:nvSpPr>
        <p:spPr>
          <a:xfrm>
            <a:off x="1750142" y="1514168"/>
            <a:ext cx="9458632" cy="302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Thuật toán sắp xếp bubble sort thực hiện sắp xếp dãy số bằng cách lặp lại công việc đổi chỗ 2 số liên tiếp nhau nếu chúng đứng sai thứ tự (số sau bé hơn số trước với trường hợp sắp xếp tăng dần) cho đến khi dãy số được sắp xếp.</a:t>
            </a:r>
          </a:p>
          <a:p>
            <a:pPr algn="just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84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B3E7-4F9E-207E-E026-2FD0C6C39EE2}"/>
              </a:ext>
            </a:extLst>
          </p:cNvPr>
          <p:cNvSpPr txBox="1"/>
          <p:nvPr/>
        </p:nvSpPr>
        <p:spPr>
          <a:xfrm>
            <a:off x="1887793" y="570270"/>
            <a:ext cx="80427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2.Ví dụ minh họa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9FF04-588C-F723-00A2-A8EFF8FC938A}"/>
              </a:ext>
            </a:extLst>
          </p:cNvPr>
          <p:cNvSpPr txBox="1"/>
          <p:nvPr/>
        </p:nvSpPr>
        <p:spPr>
          <a:xfrm>
            <a:off x="1887794" y="1486403"/>
            <a:ext cx="347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Lần lặp đầu tiên: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46336-1A36-D89D-1DD1-7D2DA3BAF829}"/>
              </a:ext>
            </a:extLst>
          </p:cNvPr>
          <p:cNvSpPr txBox="1"/>
          <p:nvPr/>
        </p:nvSpPr>
        <p:spPr>
          <a:xfrm>
            <a:off x="1887793" y="2143432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 </a:t>
            </a:r>
            <a:r>
              <a:rPr lang="en-US" sz="2800" b="1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1]</a:t>
            </a:r>
            <a:r>
              <a:rPr lang="en-US" sz="2800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4 2 8 ) –&gt; ( </a:t>
            </a:r>
            <a:r>
              <a:rPr lang="en-US" sz="2800" b="1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</a:t>
            </a:r>
            <a:r>
              <a:rPr lang="en-US" sz="2800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4 2 8 )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3A6FC-A77F-32FC-C38F-D2B597E8158B}"/>
              </a:ext>
            </a:extLst>
          </p:cNvPr>
          <p:cNvSpPr txBox="1"/>
          <p:nvPr/>
        </p:nvSpPr>
        <p:spPr>
          <a:xfrm>
            <a:off x="1887793" y="2615795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2 8 ) –&gt;  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2 8 )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BAEC6-1973-A11E-4A51-7761A4F3A6D3}"/>
              </a:ext>
            </a:extLst>
          </p:cNvPr>
          <p:cNvSpPr txBox="1"/>
          <p:nvPr/>
        </p:nvSpPr>
        <p:spPr>
          <a:xfrm>
            <a:off x="1887793" y="3059668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( 1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8 ) –&gt;  ( 1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[2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8 )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4C431-A23B-29DB-68A8-4ADD3E61886B}"/>
              </a:ext>
            </a:extLst>
          </p:cNvPr>
          <p:cNvSpPr txBox="1"/>
          <p:nvPr/>
        </p:nvSpPr>
        <p:spPr>
          <a:xfrm>
            <a:off x="1887793" y="3574026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( 1 4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) –&gt; ( 1 4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)</a:t>
            </a:r>
          </a:p>
        </p:txBody>
      </p:sp>
    </p:spTree>
    <p:extLst>
      <p:ext uri="{BB962C8B-B14F-4D97-AF65-F5344CB8AC3E}">
        <p14:creationId xmlns:p14="http://schemas.microsoft.com/office/powerpoint/2010/main" val="49112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B3E7-4F9E-207E-E026-2FD0C6C39EE2}"/>
              </a:ext>
            </a:extLst>
          </p:cNvPr>
          <p:cNvSpPr txBox="1"/>
          <p:nvPr/>
        </p:nvSpPr>
        <p:spPr>
          <a:xfrm>
            <a:off x="1887793" y="570270"/>
            <a:ext cx="80427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2.Ví dụ minh họa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9FF04-588C-F723-00A2-A8EFF8FC938A}"/>
              </a:ext>
            </a:extLst>
          </p:cNvPr>
          <p:cNvSpPr txBox="1"/>
          <p:nvPr/>
        </p:nvSpPr>
        <p:spPr>
          <a:xfrm>
            <a:off x="1887794" y="1486403"/>
            <a:ext cx="347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Lần lặp thứ 2: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46336-1A36-D89D-1DD1-7D2DA3BAF829}"/>
              </a:ext>
            </a:extLst>
          </p:cNvPr>
          <p:cNvSpPr txBox="1"/>
          <p:nvPr/>
        </p:nvSpPr>
        <p:spPr>
          <a:xfrm>
            <a:off x="1887793" y="2143432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2 5 8 ) –&gt; (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2 5 8 )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3A6FC-A77F-32FC-C38F-D2B597E8158B}"/>
              </a:ext>
            </a:extLst>
          </p:cNvPr>
          <p:cNvSpPr txBox="1"/>
          <p:nvPr/>
        </p:nvSpPr>
        <p:spPr>
          <a:xfrm>
            <a:off x="1887793" y="2615795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8 ) –&gt; 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8 )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BAEC6-1973-A11E-4A51-7761A4F3A6D3}"/>
              </a:ext>
            </a:extLst>
          </p:cNvPr>
          <p:cNvSpPr txBox="1"/>
          <p:nvPr/>
        </p:nvSpPr>
        <p:spPr>
          <a:xfrm>
            <a:off x="1887793" y="3059668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8 ) –&gt; ( 1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8 )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4C431-A23B-29DB-68A8-4ADD3E61886B}"/>
              </a:ext>
            </a:extLst>
          </p:cNvPr>
          <p:cNvSpPr txBox="1"/>
          <p:nvPr/>
        </p:nvSpPr>
        <p:spPr>
          <a:xfrm>
            <a:off x="1887793" y="3574026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 2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) –&gt;  ( 1 2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9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B3E7-4F9E-207E-E026-2FD0C6C39EE2}"/>
              </a:ext>
            </a:extLst>
          </p:cNvPr>
          <p:cNvSpPr txBox="1"/>
          <p:nvPr/>
        </p:nvSpPr>
        <p:spPr>
          <a:xfrm>
            <a:off x="1887793" y="570270"/>
            <a:ext cx="80427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2.Ví dụ minh họa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9FF04-588C-F723-00A2-A8EFF8FC938A}"/>
              </a:ext>
            </a:extLst>
          </p:cNvPr>
          <p:cNvSpPr txBox="1"/>
          <p:nvPr/>
        </p:nvSpPr>
        <p:spPr>
          <a:xfrm>
            <a:off x="1887794" y="1486403"/>
            <a:ext cx="347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Lần lặp thứ 3: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46336-1A36-D89D-1DD1-7D2DA3BAF829}"/>
              </a:ext>
            </a:extLst>
          </p:cNvPr>
          <p:cNvSpPr txBox="1"/>
          <p:nvPr/>
        </p:nvSpPr>
        <p:spPr>
          <a:xfrm>
            <a:off x="1887793" y="2143432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4 5 8 ) –&gt; (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4 5 8 )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3A6FC-A77F-32FC-C38F-D2B597E8158B}"/>
              </a:ext>
            </a:extLst>
          </p:cNvPr>
          <p:cNvSpPr txBox="1"/>
          <p:nvPr/>
        </p:nvSpPr>
        <p:spPr>
          <a:xfrm>
            <a:off x="1887793" y="2615795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8 ) –&gt; ( 1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8 )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BAEC6-1973-A11E-4A51-7761A4F3A6D3}"/>
              </a:ext>
            </a:extLst>
          </p:cNvPr>
          <p:cNvSpPr txBox="1"/>
          <p:nvPr/>
        </p:nvSpPr>
        <p:spPr>
          <a:xfrm>
            <a:off x="1887793" y="3059668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8 ) –&gt; ( 1 2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8 )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4C431-A23B-29DB-68A8-4ADD3E61886B}"/>
              </a:ext>
            </a:extLst>
          </p:cNvPr>
          <p:cNvSpPr txBox="1"/>
          <p:nvPr/>
        </p:nvSpPr>
        <p:spPr>
          <a:xfrm>
            <a:off x="1887793" y="3574026"/>
            <a:ext cx="5083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( 1 2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) –&gt;  ( 1 2 4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8]</a:t>
            </a: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)</a:t>
            </a:r>
            <a:endParaRPr lang="en-US" sz="280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6DB3E7-4F9E-207E-E026-2FD0C6C39EE2}"/>
              </a:ext>
            </a:extLst>
          </p:cNvPr>
          <p:cNvSpPr txBox="1"/>
          <p:nvPr/>
        </p:nvSpPr>
        <p:spPr>
          <a:xfrm>
            <a:off x="1887792" y="570270"/>
            <a:ext cx="90260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Minh họa thuật toán sử dụng ngôn ngữ C++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98AFF-D7AC-7FD6-0296-30C8065F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5" y="0"/>
            <a:ext cx="9497495" cy="697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8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56</TotalTime>
  <Words>368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Tw Cen MT</vt:lpstr>
      <vt:lpstr>Verdana</vt:lpstr>
      <vt:lpstr>Circuit</vt:lpstr>
      <vt:lpstr>PowerPoint Presentation</vt:lpstr>
      <vt:lpstr>Danh sách Tên thành viên nhóm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Gôn Niê</dc:creator>
  <cp:lastModifiedBy>Gôn Niê</cp:lastModifiedBy>
  <cp:revision>7</cp:revision>
  <dcterms:created xsi:type="dcterms:W3CDTF">2022-06-03T08:15:00Z</dcterms:created>
  <dcterms:modified xsi:type="dcterms:W3CDTF">2022-06-03T09:20:31Z</dcterms:modified>
</cp:coreProperties>
</file>