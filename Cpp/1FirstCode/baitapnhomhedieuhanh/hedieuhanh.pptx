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0"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5143500" type="screen16x9"/>
  <p:notesSz cx="6858000" cy="9144000"/>
  <p:embeddedFontLst>
    <p:embeddedFont>
      <p:font typeface="Didact Gothic" panose="00000500000000000000" pitchFamily="2" charset="0"/>
      <p:regular r:id="rId16"/>
    </p:embeddedFont>
    <p:embeddedFont>
      <p:font typeface="DM Serif Display" pitchFamily="2" charset="0"/>
      <p:regular r:id="rId17"/>
      <p:italic r:id="rId18"/>
    </p:embeddedFont>
    <p:embeddedFont>
      <p:font typeface="Muli" panose="00000500000000000000" pitchFamily="2" charset="0"/>
      <p:regular r:id="rId19"/>
      <p:bold r:id="rId20"/>
      <p:italic r:id="rId21"/>
      <p:boldItalic r:id="rId22"/>
    </p:embeddedFont>
    <p:embeddedFont>
      <p:font typeface="Roboto" panose="02000000000000000000" pitchFamily="2" charset="0"/>
      <p:regular r:id="rId23"/>
      <p:bold r:id="rId24"/>
      <p:italic r:id="rId25"/>
      <p:boldItalic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18229DF-3599-466D-8140-550B7414135B}">
  <a:tblStyle styleId="{918229DF-3599-466D-8140-550B7414135B}"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0" d="100"/>
          <a:sy n="60" d="100"/>
        </p:scale>
        <p:origin x="1090"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font" Target="fonts/font11.fntdata"/><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font" Target="fonts/font10.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9.fntdata"/><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font" Target="fonts/font8.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g95b86ccad7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1" name="Google Shape;191;g95b86ccad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6ed1d3ee59_0_100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6ed1d3ee59_0_100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6f1ba423c3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3" name="Google Shape;203;g6f1ba423c3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ga8ffe7a1c6_0_3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0" name="Google Shape;220;ga8ffe7a1c6_0_3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g6ed1d3ee59_0_100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 name="Google Shape;227;g6ed1d3ee59_0_100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g6f1bce38b0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 name="Google Shape;234;g6f1bce38b0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g6f2a75a668_0_30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4" name="Google Shape;244;g6f2a75a668_0_30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g6ed1d3ee59_0_100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1" name="Google Shape;281;g6ed1d3ee59_0_100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6f1bce38b0_0_9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6f1bce38b0_0_9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g6ed1d3ee59_0_100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4" name="Google Shape;304;g6ed1d3ee59_0_100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p:cNvGrpSpPr/>
        <p:nvPr/>
      </p:nvGrpSpPr>
      <p:grpSpPr>
        <a:xfrm>
          <a:off x="0" y="0"/>
          <a:ext cx="0" cy="0"/>
          <a:chOff x="0" y="0"/>
          <a:chExt cx="0" cy="0"/>
        </a:xfrm>
      </p:grpSpPr>
      <p:sp>
        <p:nvSpPr>
          <p:cNvPr id="369" name="Google Shape;369;g6f1bce38b0_0_5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0" name="Google Shape;370;g6f1bce38b0_0_5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ga7f6452186_0_5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1" name="Google Shape;391;ga7f6452186_0_5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5"/>
        <p:cNvGrpSpPr/>
        <p:nvPr/>
      </p:nvGrpSpPr>
      <p:grpSpPr>
        <a:xfrm>
          <a:off x="0" y="0"/>
          <a:ext cx="0" cy="0"/>
          <a:chOff x="0" y="0"/>
          <a:chExt cx="0" cy="0"/>
        </a:xfrm>
      </p:grpSpPr>
      <p:sp>
        <p:nvSpPr>
          <p:cNvPr id="406" name="Google Shape;406;g6ed1d3ee59_0_100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7" name="Google Shape;407;g6ed1d3ee59_0_100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pic>
        <p:nvPicPr>
          <p:cNvPr id="9" name="Google Shape;9;p2"/>
          <p:cNvPicPr preferRelativeResize="0"/>
          <p:nvPr/>
        </p:nvPicPr>
        <p:blipFill rotWithShape="1">
          <a:blip r:embed="rId2">
            <a:alphaModFix/>
          </a:blip>
          <a:srcRect/>
          <a:stretch/>
        </p:blipFill>
        <p:spPr>
          <a:xfrm>
            <a:off x="0" y="3622"/>
            <a:ext cx="9144001" cy="5136257"/>
          </a:xfrm>
          <a:prstGeom prst="rect">
            <a:avLst/>
          </a:prstGeom>
          <a:noFill/>
          <a:ln>
            <a:noFill/>
          </a:ln>
        </p:spPr>
      </p:pic>
      <p:sp>
        <p:nvSpPr>
          <p:cNvPr id="10" name="Google Shape;10;p2"/>
          <p:cNvSpPr txBox="1">
            <a:spLocks noGrp="1"/>
          </p:cNvSpPr>
          <p:nvPr>
            <p:ph type="ctrTitle"/>
          </p:nvPr>
        </p:nvSpPr>
        <p:spPr>
          <a:xfrm>
            <a:off x="1913100" y="1415503"/>
            <a:ext cx="5317800" cy="1962000"/>
          </a:xfrm>
          <a:prstGeom prst="rect">
            <a:avLst/>
          </a:prstGeom>
        </p:spPr>
        <p:txBody>
          <a:bodyPr spcFirstLastPara="1" wrap="square" lIns="91425" tIns="91425" rIns="91425" bIns="91425" anchor="b" anchorCtr="0">
            <a:noAutofit/>
          </a:bodyPr>
          <a:lstStyle>
            <a:lvl1pPr lvl="0" algn="ctr">
              <a:lnSpc>
                <a:spcPct val="85000"/>
              </a:lnSpc>
              <a:spcBef>
                <a:spcPts val="0"/>
              </a:spcBef>
              <a:spcAft>
                <a:spcPts val="0"/>
              </a:spcAft>
              <a:buSzPts val="5200"/>
              <a:buNone/>
              <a:defRPr sz="6500" b="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1692725" y="3293444"/>
            <a:ext cx="5758200" cy="501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200" b="0">
                <a:solidFill>
                  <a:schemeClr val="accent2"/>
                </a:solidFill>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7"/>
        <p:cNvGrpSpPr/>
        <p:nvPr/>
      </p:nvGrpSpPr>
      <p:grpSpPr>
        <a:xfrm>
          <a:off x="0" y="0"/>
          <a:ext cx="0" cy="0"/>
          <a:chOff x="0" y="0"/>
          <a:chExt cx="0" cy="0"/>
        </a:xfrm>
      </p:grpSpPr>
      <p:pic>
        <p:nvPicPr>
          <p:cNvPr id="18" name="Google Shape;18;p4"/>
          <p:cNvPicPr preferRelativeResize="0"/>
          <p:nvPr/>
        </p:nvPicPr>
        <p:blipFill rotWithShape="1">
          <a:blip r:embed="rId2">
            <a:alphaModFix/>
          </a:blip>
          <a:srcRect/>
          <a:stretch/>
        </p:blipFill>
        <p:spPr>
          <a:xfrm>
            <a:off x="0" y="572"/>
            <a:ext cx="9144001" cy="5142357"/>
          </a:xfrm>
          <a:prstGeom prst="rect">
            <a:avLst/>
          </a:prstGeom>
          <a:noFill/>
          <a:ln>
            <a:noFill/>
          </a:ln>
        </p:spPr>
      </p:pic>
      <p:sp>
        <p:nvSpPr>
          <p:cNvPr id="19" name="Google Shape;19;p4"/>
          <p:cNvSpPr txBox="1">
            <a:spLocks noGrp="1"/>
          </p:cNvSpPr>
          <p:nvPr>
            <p:ph type="body" idx="1"/>
          </p:nvPr>
        </p:nvSpPr>
        <p:spPr>
          <a:xfrm>
            <a:off x="700800" y="1281725"/>
            <a:ext cx="6823800" cy="3284700"/>
          </a:xfrm>
          <a:prstGeom prst="rect">
            <a:avLst/>
          </a:prstGeom>
        </p:spPr>
        <p:txBody>
          <a:bodyPr spcFirstLastPara="1" wrap="square" lIns="91425" tIns="91425" rIns="91425" bIns="91425" anchor="t" anchorCtr="0">
            <a:noAutofit/>
          </a:bodyPr>
          <a:lstStyle>
            <a:lvl1pPr marL="457200" lvl="0" indent="-298450">
              <a:lnSpc>
                <a:spcPct val="100000"/>
              </a:lnSpc>
              <a:spcBef>
                <a:spcPts val="0"/>
              </a:spcBef>
              <a:spcAft>
                <a:spcPts val="0"/>
              </a:spcAft>
              <a:buSzPts val="1100"/>
              <a:buChar char="●"/>
              <a:defRPr sz="1150" b="0"/>
            </a:lvl1pPr>
            <a:lvl2pPr marL="914400" lvl="1" indent="-317500">
              <a:spcBef>
                <a:spcPts val="0"/>
              </a:spcBef>
              <a:spcAft>
                <a:spcPts val="0"/>
              </a:spcAft>
              <a:buSzPts val="1400"/>
              <a:buFont typeface="Muli"/>
              <a:buChar char="○"/>
              <a:defRPr/>
            </a:lvl2pPr>
            <a:lvl3pPr marL="1371600" lvl="2" indent="-317500">
              <a:spcBef>
                <a:spcPts val="1600"/>
              </a:spcBef>
              <a:spcAft>
                <a:spcPts val="0"/>
              </a:spcAft>
              <a:buSzPts val="1400"/>
              <a:buFont typeface="Muli"/>
              <a:buChar char="■"/>
              <a:defRPr/>
            </a:lvl3pPr>
            <a:lvl4pPr marL="1828800" lvl="3" indent="-317500">
              <a:spcBef>
                <a:spcPts val="1600"/>
              </a:spcBef>
              <a:spcAft>
                <a:spcPts val="0"/>
              </a:spcAft>
              <a:buSzPts val="1400"/>
              <a:buFont typeface="Muli"/>
              <a:buChar char="●"/>
              <a:defRPr/>
            </a:lvl4pPr>
            <a:lvl5pPr marL="2286000" lvl="4" indent="-317500">
              <a:spcBef>
                <a:spcPts val="1600"/>
              </a:spcBef>
              <a:spcAft>
                <a:spcPts val="0"/>
              </a:spcAft>
              <a:buSzPts val="1400"/>
              <a:buFont typeface="Muli"/>
              <a:buChar char="○"/>
              <a:defRPr/>
            </a:lvl5pPr>
            <a:lvl6pPr marL="2743200" lvl="5" indent="-317500">
              <a:spcBef>
                <a:spcPts val="1600"/>
              </a:spcBef>
              <a:spcAft>
                <a:spcPts val="0"/>
              </a:spcAft>
              <a:buSzPts val="1400"/>
              <a:buFont typeface="Muli"/>
              <a:buChar char="■"/>
              <a:defRPr/>
            </a:lvl6pPr>
            <a:lvl7pPr marL="3200400" lvl="6" indent="-317500">
              <a:spcBef>
                <a:spcPts val="1600"/>
              </a:spcBef>
              <a:spcAft>
                <a:spcPts val="0"/>
              </a:spcAft>
              <a:buSzPts val="1400"/>
              <a:buFont typeface="Muli"/>
              <a:buChar char="●"/>
              <a:defRPr/>
            </a:lvl7pPr>
            <a:lvl8pPr marL="3657600" lvl="7" indent="-317500">
              <a:spcBef>
                <a:spcPts val="1600"/>
              </a:spcBef>
              <a:spcAft>
                <a:spcPts val="0"/>
              </a:spcAft>
              <a:buSzPts val="1400"/>
              <a:buFont typeface="Muli"/>
              <a:buChar char="○"/>
              <a:defRPr/>
            </a:lvl8pPr>
            <a:lvl9pPr marL="4114800" lvl="8" indent="-317500">
              <a:spcBef>
                <a:spcPts val="1600"/>
              </a:spcBef>
              <a:spcAft>
                <a:spcPts val="1600"/>
              </a:spcAft>
              <a:buSzPts val="1400"/>
              <a:buFont typeface="Muli"/>
              <a:buChar char="■"/>
              <a:defRPr/>
            </a:lvl9pPr>
          </a:lstStyle>
          <a:p>
            <a:endParaRPr/>
          </a:p>
        </p:txBody>
      </p:sp>
      <p:sp>
        <p:nvSpPr>
          <p:cNvPr id="20" name="Google Shape;20;p4"/>
          <p:cNvSpPr txBox="1">
            <a:spLocks noGrp="1"/>
          </p:cNvSpPr>
          <p:nvPr>
            <p:ph type="title"/>
          </p:nvPr>
        </p:nvSpPr>
        <p:spPr>
          <a:xfrm>
            <a:off x="700800" y="491825"/>
            <a:ext cx="7742400" cy="656400"/>
          </a:xfrm>
          <a:prstGeom prst="rect">
            <a:avLst/>
          </a:prstGeom>
        </p:spPr>
        <p:txBody>
          <a:bodyPr spcFirstLastPara="1" wrap="square" lIns="91425" tIns="91425" rIns="91425" bIns="91425" anchor="t" anchorCtr="0">
            <a:noAutofit/>
          </a:bodyPr>
          <a:lstStyle>
            <a:lvl1pPr lvl="0">
              <a:spcBef>
                <a:spcPts val="0"/>
              </a:spcBef>
              <a:spcAft>
                <a:spcPts val="0"/>
              </a:spcAft>
              <a:buSzPts val="3300"/>
              <a:buNone/>
              <a:defRPr b="0"/>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a:endParaRPr/>
          </a:p>
        </p:txBody>
      </p:sp>
      <p:sp>
        <p:nvSpPr>
          <p:cNvPr id="21" name="Google Shape;21;p4"/>
          <p:cNvSpPr txBox="1"/>
          <p:nvPr/>
        </p:nvSpPr>
        <p:spPr>
          <a:xfrm>
            <a:off x="-295875" y="3054825"/>
            <a:ext cx="2159700" cy="504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latin typeface="Roboto"/>
              <a:ea typeface="Roboto"/>
              <a:cs typeface="Roboto"/>
              <a:sym typeface="Roboto"/>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2"/>
        <p:cNvGrpSpPr/>
        <p:nvPr/>
      </p:nvGrpSpPr>
      <p:grpSpPr>
        <a:xfrm>
          <a:off x="0" y="0"/>
          <a:ext cx="0" cy="0"/>
          <a:chOff x="0" y="0"/>
          <a:chExt cx="0" cy="0"/>
        </a:xfrm>
      </p:grpSpPr>
      <p:pic>
        <p:nvPicPr>
          <p:cNvPr id="23" name="Google Shape;23;p5"/>
          <p:cNvPicPr preferRelativeResize="0"/>
          <p:nvPr/>
        </p:nvPicPr>
        <p:blipFill rotWithShape="1">
          <a:blip r:embed="rId2">
            <a:alphaModFix/>
          </a:blip>
          <a:srcRect/>
          <a:stretch/>
        </p:blipFill>
        <p:spPr>
          <a:xfrm>
            <a:off x="0" y="572"/>
            <a:ext cx="9144001" cy="5142357"/>
          </a:xfrm>
          <a:prstGeom prst="rect">
            <a:avLst/>
          </a:prstGeom>
          <a:noFill/>
          <a:ln>
            <a:noFill/>
          </a:ln>
        </p:spPr>
      </p:pic>
      <p:sp>
        <p:nvSpPr>
          <p:cNvPr id="24" name="Google Shape;24;p5"/>
          <p:cNvSpPr txBox="1">
            <a:spLocks noGrp="1"/>
          </p:cNvSpPr>
          <p:nvPr>
            <p:ph type="title"/>
          </p:nvPr>
        </p:nvSpPr>
        <p:spPr>
          <a:xfrm>
            <a:off x="1596700" y="3055622"/>
            <a:ext cx="2742600" cy="558900"/>
          </a:xfrm>
          <a:prstGeom prst="rect">
            <a:avLst/>
          </a:prstGeom>
        </p:spPr>
        <p:txBody>
          <a:bodyPr spcFirstLastPara="1" wrap="square" lIns="91425" tIns="91425" rIns="91425" bIns="91425" anchor="t" anchorCtr="0">
            <a:noAutofit/>
          </a:bodyPr>
          <a:lstStyle>
            <a:lvl1pPr lvl="0" algn="ctr">
              <a:spcBef>
                <a:spcPts val="0"/>
              </a:spcBef>
              <a:spcAft>
                <a:spcPts val="0"/>
              </a:spcAft>
              <a:buSzPts val="3300"/>
              <a:buNone/>
              <a:defRPr sz="2300" b="0">
                <a:solidFill>
                  <a:schemeClr val="accent2"/>
                </a:solidFill>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a:endParaRPr/>
          </a:p>
        </p:txBody>
      </p:sp>
      <p:sp>
        <p:nvSpPr>
          <p:cNvPr id="25" name="Google Shape;25;p5"/>
          <p:cNvSpPr txBox="1">
            <a:spLocks noGrp="1"/>
          </p:cNvSpPr>
          <p:nvPr>
            <p:ph type="title" idx="2"/>
          </p:nvPr>
        </p:nvSpPr>
        <p:spPr>
          <a:xfrm>
            <a:off x="4804747" y="3055622"/>
            <a:ext cx="2742600" cy="5589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300"/>
              <a:buNone/>
              <a:defRPr sz="2300" b="0">
                <a:solidFill>
                  <a:schemeClr val="accent2"/>
                </a:solidFill>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
        <p:nvSpPr>
          <p:cNvPr id="26" name="Google Shape;26;p5"/>
          <p:cNvSpPr txBox="1">
            <a:spLocks noGrp="1"/>
          </p:cNvSpPr>
          <p:nvPr>
            <p:ph type="subTitle" idx="1"/>
          </p:nvPr>
        </p:nvSpPr>
        <p:spPr>
          <a:xfrm>
            <a:off x="4923247" y="3543247"/>
            <a:ext cx="2505600" cy="1010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sz="1400" b="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27" name="Google Shape;27;p5"/>
          <p:cNvSpPr txBox="1">
            <a:spLocks noGrp="1"/>
          </p:cNvSpPr>
          <p:nvPr>
            <p:ph type="subTitle" idx="3"/>
          </p:nvPr>
        </p:nvSpPr>
        <p:spPr>
          <a:xfrm>
            <a:off x="1715375" y="3543247"/>
            <a:ext cx="2505600" cy="1010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sz="1400" b="0"/>
            </a:lvl1pPr>
            <a:lvl2pPr lvl="1" algn="ctr" rtl="0">
              <a:lnSpc>
                <a:spcPct val="100000"/>
              </a:lnSpc>
              <a:spcBef>
                <a:spcPts val="160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28" name="Google Shape;28;p5"/>
          <p:cNvSpPr txBox="1">
            <a:spLocks noGrp="1"/>
          </p:cNvSpPr>
          <p:nvPr>
            <p:ph type="title" idx="4"/>
          </p:nvPr>
        </p:nvSpPr>
        <p:spPr>
          <a:xfrm>
            <a:off x="700800" y="491825"/>
            <a:ext cx="7742400" cy="656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300"/>
              <a:buNone/>
              <a:defRPr b="0"/>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9"/>
        <p:cNvGrpSpPr/>
        <p:nvPr/>
      </p:nvGrpSpPr>
      <p:grpSpPr>
        <a:xfrm>
          <a:off x="0" y="0"/>
          <a:ext cx="0" cy="0"/>
          <a:chOff x="0" y="0"/>
          <a:chExt cx="0" cy="0"/>
        </a:xfrm>
      </p:grpSpPr>
      <p:pic>
        <p:nvPicPr>
          <p:cNvPr id="30" name="Google Shape;30;p6"/>
          <p:cNvPicPr preferRelativeResize="0"/>
          <p:nvPr/>
        </p:nvPicPr>
        <p:blipFill rotWithShape="1">
          <a:blip r:embed="rId2">
            <a:alphaModFix/>
          </a:blip>
          <a:srcRect t="29" b="19"/>
          <a:stretch/>
        </p:blipFill>
        <p:spPr>
          <a:xfrm>
            <a:off x="0" y="3622"/>
            <a:ext cx="9144000" cy="5136258"/>
          </a:xfrm>
          <a:prstGeom prst="rect">
            <a:avLst/>
          </a:prstGeom>
          <a:noFill/>
          <a:ln>
            <a:noFill/>
          </a:ln>
        </p:spPr>
      </p:pic>
      <p:sp>
        <p:nvSpPr>
          <p:cNvPr id="31" name="Google Shape;31;p6"/>
          <p:cNvSpPr txBox="1">
            <a:spLocks noGrp="1"/>
          </p:cNvSpPr>
          <p:nvPr>
            <p:ph type="title"/>
          </p:nvPr>
        </p:nvSpPr>
        <p:spPr>
          <a:xfrm>
            <a:off x="700800" y="491825"/>
            <a:ext cx="7742400" cy="656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300"/>
              <a:buNone/>
              <a:defRPr b="0"/>
            </a:lvl1pPr>
            <a:lvl2pPr lvl="1" algn="ctr" rtl="0">
              <a:spcBef>
                <a:spcPts val="0"/>
              </a:spcBef>
              <a:spcAft>
                <a:spcPts val="0"/>
              </a:spcAft>
              <a:buSzPts val="3200"/>
              <a:buNone/>
              <a:defRPr/>
            </a:lvl2pPr>
            <a:lvl3pPr lvl="2" algn="ctr" rtl="0">
              <a:spcBef>
                <a:spcPts val="0"/>
              </a:spcBef>
              <a:spcAft>
                <a:spcPts val="0"/>
              </a:spcAft>
              <a:buSzPts val="3200"/>
              <a:buNone/>
              <a:defRPr/>
            </a:lvl3pPr>
            <a:lvl4pPr lvl="3" algn="ctr" rtl="0">
              <a:spcBef>
                <a:spcPts val="0"/>
              </a:spcBef>
              <a:spcAft>
                <a:spcPts val="0"/>
              </a:spcAft>
              <a:buSzPts val="3200"/>
              <a:buNone/>
              <a:defRPr/>
            </a:lvl4pPr>
            <a:lvl5pPr lvl="4" algn="ctr" rtl="0">
              <a:spcBef>
                <a:spcPts val="0"/>
              </a:spcBef>
              <a:spcAft>
                <a:spcPts val="0"/>
              </a:spcAft>
              <a:buSzPts val="3200"/>
              <a:buNone/>
              <a:defRPr/>
            </a:lvl5pPr>
            <a:lvl6pPr lvl="5" algn="ctr" rtl="0">
              <a:spcBef>
                <a:spcPts val="0"/>
              </a:spcBef>
              <a:spcAft>
                <a:spcPts val="0"/>
              </a:spcAft>
              <a:buSzPts val="3200"/>
              <a:buNone/>
              <a:defRPr/>
            </a:lvl6pPr>
            <a:lvl7pPr lvl="6" algn="ctr" rtl="0">
              <a:spcBef>
                <a:spcPts val="0"/>
              </a:spcBef>
              <a:spcAft>
                <a:spcPts val="0"/>
              </a:spcAft>
              <a:buSzPts val="3200"/>
              <a:buNone/>
              <a:defRPr/>
            </a:lvl7pPr>
            <a:lvl8pPr lvl="7" algn="ctr" rtl="0">
              <a:spcBef>
                <a:spcPts val="0"/>
              </a:spcBef>
              <a:spcAft>
                <a:spcPts val="0"/>
              </a:spcAft>
              <a:buSzPts val="3200"/>
              <a:buNone/>
              <a:defRPr/>
            </a:lvl8pPr>
            <a:lvl9pPr lvl="8" algn="ctr" rtl="0">
              <a:spcBef>
                <a:spcPts val="0"/>
              </a:spcBef>
              <a:spcAft>
                <a:spcPts val="0"/>
              </a:spcAft>
              <a:buSzPts val="32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2"/>
        <p:cNvGrpSpPr/>
        <p:nvPr/>
      </p:nvGrpSpPr>
      <p:grpSpPr>
        <a:xfrm>
          <a:off x="0" y="0"/>
          <a:ext cx="0" cy="0"/>
          <a:chOff x="0" y="0"/>
          <a:chExt cx="0" cy="0"/>
        </a:xfrm>
      </p:grpSpPr>
      <p:pic>
        <p:nvPicPr>
          <p:cNvPr id="33" name="Google Shape;33;p7"/>
          <p:cNvPicPr preferRelativeResize="0"/>
          <p:nvPr/>
        </p:nvPicPr>
        <p:blipFill rotWithShape="1">
          <a:blip r:embed="rId2">
            <a:alphaModFix/>
          </a:blip>
          <a:srcRect/>
          <a:stretch/>
        </p:blipFill>
        <p:spPr>
          <a:xfrm flipH="1">
            <a:off x="0" y="572"/>
            <a:ext cx="9144001" cy="5142357"/>
          </a:xfrm>
          <a:prstGeom prst="rect">
            <a:avLst/>
          </a:prstGeom>
          <a:noFill/>
          <a:ln>
            <a:noFill/>
          </a:ln>
        </p:spPr>
      </p:pic>
      <p:sp>
        <p:nvSpPr>
          <p:cNvPr id="34" name="Google Shape;34;p7"/>
          <p:cNvSpPr txBox="1">
            <a:spLocks noGrp="1"/>
          </p:cNvSpPr>
          <p:nvPr>
            <p:ph type="title"/>
          </p:nvPr>
        </p:nvSpPr>
        <p:spPr>
          <a:xfrm>
            <a:off x="5044200" y="1165900"/>
            <a:ext cx="2934300" cy="6501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b="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35" name="Google Shape;35;p7"/>
          <p:cNvSpPr txBox="1">
            <a:spLocks noGrp="1"/>
          </p:cNvSpPr>
          <p:nvPr>
            <p:ph type="body" idx="1"/>
          </p:nvPr>
        </p:nvSpPr>
        <p:spPr>
          <a:xfrm>
            <a:off x="5044200" y="1815900"/>
            <a:ext cx="2934300" cy="2149500"/>
          </a:xfrm>
          <a:prstGeom prst="rect">
            <a:avLst/>
          </a:prstGeom>
        </p:spPr>
        <p:txBody>
          <a:bodyPr spcFirstLastPara="1" wrap="square" lIns="91425" tIns="91425" rIns="91425" bIns="91425" anchor="t" anchorCtr="0">
            <a:noAutofit/>
          </a:bodyPr>
          <a:lstStyle>
            <a:lvl1pPr marL="457200" lvl="0" indent="-330200" algn="ctr">
              <a:lnSpc>
                <a:spcPct val="100000"/>
              </a:lnSpc>
              <a:spcBef>
                <a:spcPts val="0"/>
              </a:spcBef>
              <a:spcAft>
                <a:spcPts val="0"/>
              </a:spcAft>
              <a:buSzPts val="1600"/>
              <a:buChar char="●"/>
              <a:defRPr b="0"/>
            </a:lvl1pPr>
            <a:lvl2pPr marL="914400" lvl="1" indent="-317500">
              <a:spcBef>
                <a:spcPts val="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9"/>
        <p:cNvGrpSpPr/>
        <p:nvPr/>
      </p:nvGrpSpPr>
      <p:grpSpPr>
        <a:xfrm>
          <a:off x="0" y="0"/>
          <a:ext cx="0" cy="0"/>
          <a:chOff x="0" y="0"/>
          <a:chExt cx="0" cy="0"/>
        </a:xfrm>
      </p:grpSpPr>
      <p:pic>
        <p:nvPicPr>
          <p:cNvPr id="40" name="Google Shape;40;p9"/>
          <p:cNvPicPr preferRelativeResize="0"/>
          <p:nvPr/>
        </p:nvPicPr>
        <p:blipFill rotWithShape="1">
          <a:blip r:embed="rId2">
            <a:alphaModFix/>
          </a:blip>
          <a:srcRect l="89" r="99"/>
          <a:stretch/>
        </p:blipFill>
        <p:spPr>
          <a:xfrm>
            <a:off x="0" y="572"/>
            <a:ext cx="9144000" cy="5142357"/>
          </a:xfrm>
          <a:prstGeom prst="rect">
            <a:avLst/>
          </a:prstGeom>
          <a:noFill/>
          <a:ln>
            <a:noFill/>
          </a:ln>
        </p:spPr>
      </p:pic>
      <p:sp>
        <p:nvSpPr>
          <p:cNvPr id="41" name="Google Shape;41;p9"/>
          <p:cNvSpPr txBox="1">
            <a:spLocks noGrp="1"/>
          </p:cNvSpPr>
          <p:nvPr>
            <p:ph type="title"/>
          </p:nvPr>
        </p:nvSpPr>
        <p:spPr>
          <a:xfrm>
            <a:off x="700800" y="1102150"/>
            <a:ext cx="3871200" cy="7722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4500" b="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42" name="Google Shape;42;p9"/>
          <p:cNvSpPr txBox="1">
            <a:spLocks noGrp="1"/>
          </p:cNvSpPr>
          <p:nvPr>
            <p:ph type="subTitle" idx="1"/>
          </p:nvPr>
        </p:nvSpPr>
        <p:spPr>
          <a:xfrm>
            <a:off x="700800" y="1874425"/>
            <a:ext cx="3871200" cy="1495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800"/>
              <a:buNone/>
              <a:defRPr b="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56"/>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able of contents">
  <p:cSld name="TITLE_AND_TWO_COLUMNS_1_1_1">
    <p:spTree>
      <p:nvGrpSpPr>
        <p:cNvPr id="1" name="Shape 57"/>
        <p:cNvGrpSpPr/>
        <p:nvPr/>
      </p:nvGrpSpPr>
      <p:grpSpPr>
        <a:xfrm>
          <a:off x="0" y="0"/>
          <a:ext cx="0" cy="0"/>
          <a:chOff x="0" y="0"/>
          <a:chExt cx="0" cy="0"/>
        </a:xfrm>
      </p:grpSpPr>
      <p:pic>
        <p:nvPicPr>
          <p:cNvPr id="58" name="Google Shape;58;p13"/>
          <p:cNvPicPr preferRelativeResize="0"/>
          <p:nvPr/>
        </p:nvPicPr>
        <p:blipFill rotWithShape="1">
          <a:blip r:embed="rId2">
            <a:alphaModFix/>
          </a:blip>
          <a:srcRect t="59" b="59"/>
          <a:stretch/>
        </p:blipFill>
        <p:spPr>
          <a:xfrm>
            <a:off x="0" y="3622"/>
            <a:ext cx="9144001" cy="5136258"/>
          </a:xfrm>
          <a:prstGeom prst="rect">
            <a:avLst/>
          </a:prstGeom>
          <a:noFill/>
          <a:ln>
            <a:noFill/>
          </a:ln>
        </p:spPr>
      </p:pic>
      <p:sp>
        <p:nvSpPr>
          <p:cNvPr id="59" name="Google Shape;59;p13"/>
          <p:cNvSpPr txBox="1">
            <a:spLocks noGrp="1"/>
          </p:cNvSpPr>
          <p:nvPr>
            <p:ph type="subTitle" idx="1"/>
          </p:nvPr>
        </p:nvSpPr>
        <p:spPr>
          <a:xfrm>
            <a:off x="2383644" y="4173906"/>
            <a:ext cx="1927500" cy="358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sz="1400" b="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60" name="Google Shape;60;p13"/>
          <p:cNvSpPr txBox="1">
            <a:spLocks noGrp="1"/>
          </p:cNvSpPr>
          <p:nvPr>
            <p:ph type="subTitle" idx="2"/>
          </p:nvPr>
        </p:nvSpPr>
        <p:spPr>
          <a:xfrm>
            <a:off x="4832882" y="4173906"/>
            <a:ext cx="1927500" cy="358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sz="1400" b="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61" name="Google Shape;61;p13"/>
          <p:cNvSpPr txBox="1">
            <a:spLocks noGrp="1"/>
          </p:cNvSpPr>
          <p:nvPr>
            <p:ph type="title" hasCustomPrompt="1"/>
          </p:nvPr>
        </p:nvSpPr>
        <p:spPr>
          <a:xfrm>
            <a:off x="2515724" y="1644457"/>
            <a:ext cx="1663200" cy="676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4400"/>
              <a:buNone/>
              <a:defRPr sz="4000" b="0">
                <a:solidFill>
                  <a:schemeClr val="accent2"/>
                </a:solidFill>
              </a:defRPr>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62" name="Google Shape;62;p13"/>
          <p:cNvSpPr txBox="1">
            <a:spLocks noGrp="1"/>
          </p:cNvSpPr>
          <p:nvPr>
            <p:ph type="title" idx="3" hasCustomPrompt="1"/>
          </p:nvPr>
        </p:nvSpPr>
        <p:spPr>
          <a:xfrm>
            <a:off x="4964959" y="1644457"/>
            <a:ext cx="1663200" cy="676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4400"/>
              <a:buNone/>
              <a:defRPr sz="4000" b="0">
                <a:solidFill>
                  <a:schemeClr val="accent2"/>
                </a:solidFill>
              </a:defRPr>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63" name="Google Shape;63;p13"/>
          <p:cNvSpPr txBox="1">
            <a:spLocks noGrp="1"/>
          </p:cNvSpPr>
          <p:nvPr>
            <p:ph type="title" idx="4" hasCustomPrompt="1"/>
          </p:nvPr>
        </p:nvSpPr>
        <p:spPr>
          <a:xfrm>
            <a:off x="2515724" y="3305385"/>
            <a:ext cx="1663200" cy="641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4400"/>
              <a:buNone/>
              <a:defRPr sz="4000" b="0">
                <a:solidFill>
                  <a:schemeClr val="accent2"/>
                </a:solidFill>
              </a:defRPr>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64" name="Google Shape;64;p13"/>
          <p:cNvSpPr txBox="1">
            <a:spLocks noGrp="1"/>
          </p:cNvSpPr>
          <p:nvPr>
            <p:ph type="title" idx="5" hasCustomPrompt="1"/>
          </p:nvPr>
        </p:nvSpPr>
        <p:spPr>
          <a:xfrm>
            <a:off x="4964959" y="3305392"/>
            <a:ext cx="1663200" cy="641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4400"/>
              <a:buNone/>
              <a:defRPr sz="4000" b="0">
                <a:solidFill>
                  <a:schemeClr val="accent2"/>
                </a:solidFill>
              </a:defRPr>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65" name="Google Shape;65;p13"/>
          <p:cNvSpPr txBox="1">
            <a:spLocks noGrp="1"/>
          </p:cNvSpPr>
          <p:nvPr>
            <p:ph type="subTitle" idx="6"/>
          </p:nvPr>
        </p:nvSpPr>
        <p:spPr>
          <a:xfrm>
            <a:off x="2290463" y="2198356"/>
            <a:ext cx="2113800" cy="360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None/>
              <a:defRPr sz="2300" b="0">
                <a:solidFill>
                  <a:schemeClr val="dk1"/>
                </a:solidFill>
                <a:latin typeface="DM Serif Display"/>
                <a:ea typeface="DM Serif Display"/>
                <a:cs typeface="DM Serif Display"/>
                <a:sym typeface="DM Serif Display"/>
              </a:defRPr>
            </a:lvl1pPr>
            <a:lvl2pPr lvl="1" algn="ctr" rtl="0">
              <a:lnSpc>
                <a:spcPct val="100000"/>
              </a:lnSpc>
              <a:spcBef>
                <a:spcPts val="0"/>
              </a:spcBef>
              <a:spcAft>
                <a:spcPts val="0"/>
              </a:spcAft>
              <a:buNone/>
              <a:defRPr sz="2300" b="0">
                <a:solidFill>
                  <a:schemeClr val="dk1"/>
                </a:solidFill>
                <a:latin typeface="DM Serif Display"/>
                <a:ea typeface="DM Serif Display"/>
                <a:cs typeface="DM Serif Display"/>
                <a:sym typeface="DM Serif Display"/>
              </a:defRPr>
            </a:lvl2pPr>
            <a:lvl3pPr lvl="2" algn="ctr" rtl="0">
              <a:lnSpc>
                <a:spcPct val="100000"/>
              </a:lnSpc>
              <a:spcBef>
                <a:spcPts val="0"/>
              </a:spcBef>
              <a:spcAft>
                <a:spcPts val="0"/>
              </a:spcAft>
              <a:buNone/>
              <a:defRPr sz="2300" b="0">
                <a:solidFill>
                  <a:schemeClr val="dk1"/>
                </a:solidFill>
                <a:latin typeface="DM Serif Display"/>
                <a:ea typeface="DM Serif Display"/>
                <a:cs typeface="DM Serif Display"/>
                <a:sym typeface="DM Serif Display"/>
              </a:defRPr>
            </a:lvl3pPr>
            <a:lvl4pPr lvl="3" algn="ctr" rtl="0">
              <a:lnSpc>
                <a:spcPct val="100000"/>
              </a:lnSpc>
              <a:spcBef>
                <a:spcPts val="0"/>
              </a:spcBef>
              <a:spcAft>
                <a:spcPts val="0"/>
              </a:spcAft>
              <a:buNone/>
              <a:defRPr sz="2300" b="0">
                <a:solidFill>
                  <a:schemeClr val="dk1"/>
                </a:solidFill>
                <a:latin typeface="DM Serif Display"/>
                <a:ea typeface="DM Serif Display"/>
                <a:cs typeface="DM Serif Display"/>
                <a:sym typeface="DM Serif Display"/>
              </a:defRPr>
            </a:lvl4pPr>
            <a:lvl5pPr lvl="4" algn="ctr" rtl="0">
              <a:lnSpc>
                <a:spcPct val="100000"/>
              </a:lnSpc>
              <a:spcBef>
                <a:spcPts val="0"/>
              </a:spcBef>
              <a:spcAft>
                <a:spcPts val="0"/>
              </a:spcAft>
              <a:buNone/>
              <a:defRPr sz="2300" b="0">
                <a:solidFill>
                  <a:schemeClr val="dk1"/>
                </a:solidFill>
                <a:latin typeface="DM Serif Display"/>
                <a:ea typeface="DM Serif Display"/>
                <a:cs typeface="DM Serif Display"/>
                <a:sym typeface="DM Serif Display"/>
              </a:defRPr>
            </a:lvl5pPr>
            <a:lvl6pPr lvl="5" algn="ctr" rtl="0">
              <a:lnSpc>
                <a:spcPct val="100000"/>
              </a:lnSpc>
              <a:spcBef>
                <a:spcPts val="0"/>
              </a:spcBef>
              <a:spcAft>
                <a:spcPts val="0"/>
              </a:spcAft>
              <a:buNone/>
              <a:defRPr sz="2300" b="0">
                <a:solidFill>
                  <a:schemeClr val="dk1"/>
                </a:solidFill>
                <a:latin typeface="DM Serif Display"/>
                <a:ea typeface="DM Serif Display"/>
                <a:cs typeface="DM Serif Display"/>
                <a:sym typeface="DM Serif Display"/>
              </a:defRPr>
            </a:lvl6pPr>
            <a:lvl7pPr lvl="6" algn="ctr" rtl="0">
              <a:lnSpc>
                <a:spcPct val="100000"/>
              </a:lnSpc>
              <a:spcBef>
                <a:spcPts val="0"/>
              </a:spcBef>
              <a:spcAft>
                <a:spcPts val="0"/>
              </a:spcAft>
              <a:buNone/>
              <a:defRPr sz="2300" b="0">
                <a:solidFill>
                  <a:schemeClr val="dk1"/>
                </a:solidFill>
                <a:latin typeface="DM Serif Display"/>
                <a:ea typeface="DM Serif Display"/>
                <a:cs typeface="DM Serif Display"/>
                <a:sym typeface="DM Serif Display"/>
              </a:defRPr>
            </a:lvl7pPr>
            <a:lvl8pPr lvl="7" algn="ctr" rtl="0">
              <a:lnSpc>
                <a:spcPct val="100000"/>
              </a:lnSpc>
              <a:spcBef>
                <a:spcPts val="0"/>
              </a:spcBef>
              <a:spcAft>
                <a:spcPts val="0"/>
              </a:spcAft>
              <a:buNone/>
              <a:defRPr sz="2300" b="0">
                <a:solidFill>
                  <a:schemeClr val="dk1"/>
                </a:solidFill>
                <a:latin typeface="DM Serif Display"/>
                <a:ea typeface="DM Serif Display"/>
                <a:cs typeface="DM Serif Display"/>
                <a:sym typeface="DM Serif Display"/>
              </a:defRPr>
            </a:lvl8pPr>
            <a:lvl9pPr lvl="8" algn="ctr" rtl="0">
              <a:lnSpc>
                <a:spcPct val="100000"/>
              </a:lnSpc>
              <a:spcBef>
                <a:spcPts val="0"/>
              </a:spcBef>
              <a:spcAft>
                <a:spcPts val="0"/>
              </a:spcAft>
              <a:buNone/>
              <a:defRPr sz="2300" b="0">
                <a:solidFill>
                  <a:schemeClr val="dk1"/>
                </a:solidFill>
                <a:latin typeface="DM Serif Display"/>
                <a:ea typeface="DM Serif Display"/>
                <a:cs typeface="DM Serif Display"/>
                <a:sym typeface="DM Serif Display"/>
              </a:defRPr>
            </a:lvl9pPr>
          </a:lstStyle>
          <a:p>
            <a:endParaRPr/>
          </a:p>
        </p:txBody>
      </p:sp>
      <p:sp>
        <p:nvSpPr>
          <p:cNvPr id="66" name="Google Shape;66;p13"/>
          <p:cNvSpPr txBox="1">
            <a:spLocks noGrp="1"/>
          </p:cNvSpPr>
          <p:nvPr>
            <p:ph type="subTitle" idx="7"/>
          </p:nvPr>
        </p:nvSpPr>
        <p:spPr>
          <a:xfrm>
            <a:off x="4739738" y="2198381"/>
            <a:ext cx="2113800" cy="360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None/>
              <a:defRPr sz="2300" b="0">
                <a:solidFill>
                  <a:schemeClr val="dk1"/>
                </a:solidFill>
                <a:latin typeface="DM Serif Display"/>
                <a:ea typeface="DM Serif Display"/>
                <a:cs typeface="DM Serif Display"/>
                <a:sym typeface="DM Serif Display"/>
              </a:defRPr>
            </a:lvl1pPr>
            <a:lvl2pPr lvl="1" algn="ctr" rtl="0">
              <a:lnSpc>
                <a:spcPct val="100000"/>
              </a:lnSpc>
              <a:spcBef>
                <a:spcPts val="0"/>
              </a:spcBef>
              <a:spcAft>
                <a:spcPts val="0"/>
              </a:spcAft>
              <a:buNone/>
              <a:defRPr sz="2300" b="0">
                <a:solidFill>
                  <a:schemeClr val="dk1"/>
                </a:solidFill>
                <a:latin typeface="DM Serif Display"/>
                <a:ea typeface="DM Serif Display"/>
                <a:cs typeface="DM Serif Display"/>
                <a:sym typeface="DM Serif Display"/>
              </a:defRPr>
            </a:lvl2pPr>
            <a:lvl3pPr lvl="2" algn="ctr" rtl="0">
              <a:lnSpc>
                <a:spcPct val="100000"/>
              </a:lnSpc>
              <a:spcBef>
                <a:spcPts val="0"/>
              </a:spcBef>
              <a:spcAft>
                <a:spcPts val="0"/>
              </a:spcAft>
              <a:buNone/>
              <a:defRPr sz="2300" b="0">
                <a:solidFill>
                  <a:schemeClr val="dk1"/>
                </a:solidFill>
                <a:latin typeface="DM Serif Display"/>
                <a:ea typeface="DM Serif Display"/>
                <a:cs typeface="DM Serif Display"/>
                <a:sym typeface="DM Serif Display"/>
              </a:defRPr>
            </a:lvl3pPr>
            <a:lvl4pPr lvl="3" algn="ctr" rtl="0">
              <a:lnSpc>
                <a:spcPct val="100000"/>
              </a:lnSpc>
              <a:spcBef>
                <a:spcPts val="0"/>
              </a:spcBef>
              <a:spcAft>
                <a:spcPts val="0"/>
              </a:spcAft>
              <a:buNone/>
              <a:defRPr sz="2300" b="0">
                <a:solidFill>
                  <a:schemeClr val="dk1"/>
                </a:solidFill>
                <a:latin typeface="DM Serif Display"/>
                <a:ea typeface="DM Serif Display"/>
                <a:cs typeface="DM Serif Display"/>
                <a:sym typeface="DM Serif Display"/>
              </a:defRPr>
            </a:lvl4pPr>
            <a:lvl5pPr lvl="4" algn="ctr" rtl="0">
              <a:lnSpc>
                <a:spcPct val="100000"/>
              </a:lnSpc>
              <a:spcBef>
                <a:spcPts val="0"/>
              </a:spcBef>
              <a:spcAft>
                <a:spcPts val="0"/>
              </a:spcAft>
              <a:buNone/>
              <a:defRPr sz="2300" b="0">
                <a:solidFill>
                  <a:schemeClr val="dk1"/>
                </a:solidFill>
                <a:latin typeface="DM Serif Display"/>
                <a:ea typeface="DM Serif Display"/>
                <a:cs typeface="DM Serif Display"/>
                <a:sym typeface="DM Serif Display"/>
              </a:defRPr>
            </a:lvl5pPr>
            <a:lvl6pPr lvl="5" algn="ctr" rtl="0">
              <a:lnSpc>
                <a:spcPct val="100000"/>
              </a:lnSpc>
              <a:spcBef>
                <a:spcPts val="0"/>
              </a:spcBef>
              <a:spcAft>
                <a:spcPts val="0"/>
              </a:spcAft>
              <a:buNone/>
              <a:defRPr sz="2300" b="0">
                <a:solidFill>
                  <a:schemeClr val="dk1"/>
                </a:solidFill>
                <a:latin typeface="DM Serif Display"/>
                <a:ea typeface="DM Serif Display"/>
                <a:cs typeface="DM Serif Display"/>
                <a:sym typeface="DM Serif Display"/>
              </a:defRPr>
            </a:lvl6pPr>
            <a:lvl7pPr lvl="6" algn="ctr" rtl="0">
              <a:lnSpc>
                <a:spcPct val="100000"/>
              </a:lnSpc>
              <a:spcBef>
                <a:spcPts val="0"/>
              </a:spcBef>
              <a:spcAft>
                <a:spcPts val="0"/>
              </a:spcAft>
              <a:buNone/>
              <a:defRPr sz="2300" b="0">
                <a:solidFill>
                  <a:schemeClr val="dk1"/>
                </a:solidFill>
                <a:latin typeface="DM Serif Display"/>
                <a:ea typeface="DM Serif Display"/>
                <a:cs typeface="DM Serif Display"/>
                <a:sym typeface="DM Serif Display"/>
              </a:defRPr>
            </a:lvl7pPr>
            <a:lvl8pPr lvl="7" algn="ctr" rtl="0">
              <a:lnSpc>
                <a:spcPct val="100000"/>
              </a:lnSpc>
              <a:spcBef>
                <a:spcPts val="0"/>
              </a:spcBef>
              <a:spcAft>
                <a:spcPts val="0"/>
              </a:spcAft>
              <a:buNone/>
              <a:defRPr sz="2300" b="0">
                <a:solidFill>
                  <a:schemeClr val="dk1"/>
                </a:solidFill>
                <a:latin typeface="DM Serif Display"/>
                <a:ea typeface="DM Serif Display"/>
                <a:cs typeface="DM Serif Display"/>
                <a:sym typeface="DM Serif Display"/>
              </a:defRPr>
            </a:lvl8pPr>
            <a:lvl9pPr lvl="8" algn="ctr" rtl="0">
              <a:lnSpc>
                <a:spcPct val="100000"/>
              </a:lnSpc>
              <a:spcBef>
                <a:spcPts val="0"/>
              </a:spcBef>
              <a:spcAft>
                <a:spcPts val="0"/>
              </a:spcAft>
              <a:buNone/>
              <a:defRPr sz="2300" b="0">
                <a:solidFill>
                  <a:schemeClr val="dk1"/>
                </a:solidFill>
                <a:latin typeface="DM Serif Display"/>
                <a:ea typeface="DM Serif Display"/>
                <a:cs typeface="DM Serif Display"/>
                <a:sym typeface="DM Serif Display"/>
              </a:defRPr>
            </a:lvl9pPr>
          </a:lstStyle>
          <a:p>
            <a:endParaRPr/>
          </a:p>
        </p:txBody>
      </p:sp>
      <p:sp>
        <p:nvSpPr>
          <p:cNvPr id="67" name="Google Shape;67;p13"/>
          <p:cNvSpPr txBox="1">
            <a:spLocks noGrp="1"/>
          </p:cNvSpPr>
          <p:nvPr>
            <p:ph type="subTitle" idx="8"/>
          </p:nvPr>
        </p:nvSpPr>
        <p:spPr>
          <a:xfrm>
            <a:off x="4739738" y="3824856"/>
            <a:ext cx="2113800" cy="360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None/>
              <a:defRPr sz="2300" b="0">
                <a:solidFill>
                  <a:schemeClr val="dk1"/>
                </a:solidFill>
                <a:latin typeface="DM Serif Display"/>
                <a:ea typeface="DM Serif Display"/>
                <a:cs typeface="DM Serif Display"/>
                <a:sym typeface="DM Serif Display"/>
              </a:defRPr>
            </a:lvl1pPr>
            <a:lvl2pPr lvl="1" algn="ctr" rtl="0">
              <a:lnSpc>
                <a:spcPct val="100000"/>
              </a:lnSpc>
              <a:spcBef>
                <a:spcPts val="0"/>
              </a:spcBef>
              <a:spcAft>
                <a:spcPts val="0"/>
              </a:spcAft>
              <a:buNone/>
              <a:defRPr sz="2300" b="0">
                <a:solidFill>
                  <a:schemeClr val="dk1"/>
                </a:solidFill>
                <a:latin typeface="DM Serif Display"/>
                <a:ea typeface="DM Serif Display"/>
                <a:cs typeface="DM Serif Display"/>
                <a:sym typeface="DM Serif Display"/>
              </a:defRPr>
            </a:lvl2pPr>
            <a:lvl3pPr lvl="2" algn="ctr" rtl="0">
              <a:lnSpc>
                <a:spcPct val="100000"/>
              </a:lnSpc>
              <a:spcBef>
                <a:spcPts val="0"/>
              </a:spcBef>
              <a:spcAft>
                <a:spcPts val="0"/>
              </a:spcAft>
              <a:buNone/>
              <a:defRPr sz="2300" b="0">
                <a:solidFill>
                  <a:schemeClr val="dk1"/>
                </a:solidFill>
                <a:latin typeface="DM Serif Display"/>
                <a:ea typeface="DM Serif Display"/>
                <a:cs typeface="DM Serif Display"/>
                <a:sym typeface="DM Serif Display"/>
              </a:defRPr>
            </a:lvl3pPr>
            <a:lvl4pPr lvl="3" algn="ctr" rtl="0">
              <a:lnSpc>
                <a:spcPct val="100000"/>
              </a:lnSpc>
              <a:spcBef>
                <a:spcPts val="0"/>
              </a:spcBef>
              <a:spcAft>
                <a:spcPts val="0"/>
              </a:spcAft>
              <a:buNone/>
              <a:defRPr sz="2300" b="0">
                <a:solidFill>
                  <a:schemeClr val="dk1"/>
                </a:solidFill>
                <a:latin typeface="DM Serif Display"/>
                <a:ea typeface="DM Serif Display"/>
                <a:cs typeface="DM Serif Display"/>
                <a:sym typeface="DM Serif Display"/>
              </a:defRPr>
            </a:lvl4pPr>
            <a:lvl5pPr lvl="4" algn="ctr" rtl="0">
              <a:lnSpc>
                <a:spcPct val="100000"/>
              </a:lnSpc>
              <a:spcBef>
                <a:spcPts val="0"/>
              </a:spcBef>
              <a:spcAft>
                <a:spcPts val="0"/>
              </a:spcAft>
              <a:buNone/>
              <a:defRPr sz="2300" b="0">
                <a:solidFill>
                  <a:schemeClr val="dk1"/>
                </a:solidFill>
                <a:latin typeface="DM Serif Display"/>
                <a:ea typeface="DM Serif Display"/>
                <a:cs typeface="DM Serif Display"/>
                <a:sym typeface="DM Serif Display"/>
              </a:defRPr>
            </a:lvl5pPr>
            <a:lvl6pPr lvl="5" algn="ctr" rtl="0">
              <a:lnSpc>
                <a:spcPct val="100000"/>
              </a:lnSpc>
              <a:spcBef>
                <a:spcPts val="0"/>
              </a:spcBef>
              <a:spcAft>
                <a:spcPts val="0"/>
              </a:spcAft>
              <a:buNone/>
              <a:defRPr sz="2300" b="0">
                <a:solidFill>
                  <a:schemeClr val="dk1"/>
                </a:solidFill>
                <a:latin typeface="DM Serif Display"/>
                <a:ea typeface="DM Serif Display"/>
                <a:cs typeface="DM Serif Display"/>
                <a:sym typeface="DM Serif Display"/>
              </a:defRPr>
            </a:lvl6pPr>
            <a:lvl7pPr lvl="6" algn="ctr" rtl="0">
              <a:lnSpc>
                <a:spcPct val="100000"/>
              </a:lnSpc>
              <a:spcBef>
                <a:spcPts val="0"/>
              </a:spcBef>
              <a:spcAft>
                <a:spcPts val="0"/>
              </a:spcAft>
              <a:buNone/>
              <a:defRPr sz="2300" b="0">
                <a:solidFill>
                  <a:schemeClr val="dk1"/>
                </a:solidFill>
                <a:latin typeface="DM Serif Display"/>
                <a:ea typeface="DM Serif Display"/>
                <a:cs typeface="DM Serif Display"/>
                <a:sym typeface="DM Serif Display"/>
              </a:defRPr>
            </a:lvl7pPr>
            <a:lvl8pPr lvl="7" algn="ctr" rtl="0">
              <a:lnSpc>
                <a:spcPct val="100000"/>
              </a:lnSpc>
              <a:spcBef>
                <a:spcPts val="0"/>
              </a:spcBef>
              <a:spcAft>
                <a:spcPts val="0"/>
              </a:spcAft>
              <a:buNone/>
              <a:defRPr sz="2300" b="0">
                <a:solidFill>
                  <a:schemeClr val="dk1"/>
                </a:solidFill>
                <a:latin typeface="DM Serif Display"/>
                <a:ea typeface="DM Serif Display"/>
                <a:cs typeface="DM Serif Display"/>
                <a:sym typeface="DM Serif Display"/>
              </a:defRPr>
            </a:lvl8pPr>
            <a:lvl9pPr lvl="8" algn="ctr" rtl="0">
              <a:lnSpc>
                <a:spcPct val="100000"/>
              </a:lnSpc>
              <a:spcBef>
                <a:spcPts val="0"/>
              </a:spcBef>
              <a:spcAft>
                <a:spcPts val="0"/>
              </a:spcAft>
              <a:buNone/>
              <a:defRPr sz="2300" b="0">
                <a:solidFill>
                  <a:schemeClr val="dk1"/>
                </a:solidFill>
                <a:latin typeface="DM Serif Display"/>
                <a:ea typeface="DM Serif Display"/>
                <a:cs typeface="DM Serif Display"/>
                <a:sym typeface="DM Serif Display"/>
              </a:defRPr>
            </a:lvl9pPr>
          </a:lstStyle>
          <a:p>
            <a:endParaRPr/>
          </a:p>
        </p:txBody>
      </p:sp>
      <p:sp>
        <p:nvSpPr>
          <p:cNvPr id="68" name="Google Shape;68;p13"/>
          <p:cNvSpPr txBox="1">
            <a:spLocks noGrp="1"/>
          </p:cNvSpPr>
          <p:nvPr>
            <p:ph type="subTitle" idx="9"/>
          </p:nvPr>
        </p:nvSpPr>
        <p:spPr>
          <a:xfrm>
            <a:off x="2383644" y="2545026"/>
            <a:ext cx="1927500" cy="358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sz="1400" b="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69" name="Google Shape;69;p13"/>
          <p:cNvSpPr txBox="1">
            <a:spLocks noGrp="1"/>
          </p:cNvSpPr>
          <p:nvPr>
            <p:ph type="subTitle" idx="13"/>
          </p:nvPr>
        </p:nvSpPr>
        <p:spPr>
          <a:xfrm>
            <a:off x="4832882" y="2543281"/>
            <a:ext cx="1927500" cy="358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sz="1400" b="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70" name="Google Shape;70;p13"/>
          <p:cNvSpPr txBox="1">
            <a:spLocks noGrp="1"/>
          </p:cNvSpPr>
          <p:nvPr>
            <p:ph type="subTitle" idx="14"/>
          </p:nvPr>
        </p:nvSpPr>
        <p:spPr>
          <a:xfrm>
            <a:off x="2290463" y="3824855"/>
            <a:ext cx="2113800" cy="360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None/>
              <a:defRPr sz="2300" b="0">
                <a:solidFill>
                  <a:schemeClr val="dk1"/>
                </a:solidFill>
                <a:latin typeface="DM Serif Display"/>
                <a:ea typeface="DM Serif Display"/>
                <a:cs typeface="DM Serif Display"/>
                <a:sym typeface="DM Serif Display"/>
              </a:defRPr>
            </a:lvl1pPr>
            <a:lvl2pPr lvl="1" algn="ctr" rtl="0">
              <a:lnSpc>
                <a:spcPct val="100000"/>
              </a:lnSpc>
              <a:spcBef>
                <a:spcPts val="0"/>
              </a:spcBef>
              <a:spcAft>
                <a:spcPts val="0"/>
              </a:spcAft>
              <a:buNone/>
              <a:defRPr sz="2300" b="0">
                <a:solidFill>
                  <a:schemeClr val="dk1"/>
                </a:solidFill>
                <a:latin typeface="DM Serif Display"/>
                <a:ea typeface="DM Serif Display"/>
                <a:cs typeface="DM Serif Display"/>
                <a:sym typeface="DM Serif Display"/>
              </a:defRPr>
            </a:lvl2pPr>
            <a:lvl3pPr lvl="2" algn="ctr" rtl="0">
              <a:lnSpc>
                <a:spcPct val="100000"/>
              </a:lnSpc>
              <a:spcBef>
                <a:spcPts val="0"/>
              </a:spcBef>
              <a:spcAft>
                <a:spcPts val="0"/>
              </a:spcAft>
              <a:buNone/>
              <a:defRPr sz="2300" b="0">
                <a:solidFill>
                  <a:schemeClr val="dk1"/>
                </a:solidFill>
                <a:latin typeface="DM Serif Display"/>
                <a:ea typeface="DM Serif Display"/>
                <a:cs typeface="DM Serif Display"/>
                <a:sym typeface="DM Serif Display"/>
              </a:defRPr>
            </a:lvl3pPr>
            <a:lvl4pPr lvl="3" algn="ctr" rtl="0">
              <a:lnSpc>
                <a:spcPct val="100000"/>
              </a:lnSpc>
              <a:spcBef>
                <a:spcPts val="0"/>
              </a:spcBef>
              <a:spcAft>
                <a:spcPts val="0"/>
              </a:spcAft>
              <a:buNone/>
              <a:defRPr sz="2300" b="0">
                <a:solidFill>
                  <a:schemeClr val="dk1"/>
                </a:solidFill>
                <a:latin typeface="DM Serif Display"/>
                <a:ea typeface="DM Serif Display"/>
                <a:cs typeface="DM Serif Display"/>
                <a:sym typeface="DM Serif Display"/>
              </a:defRPr>
            </a:lvl4pPr>
            <a:lvl5pPr lvl="4" algn="ctr" rtl="0">
              <a:lnSpc>
                <a:spcPct val="100000"/>
              </a:lnSpc>
              <a:spcBef>
                <a:spcPts val="0"/>
              </a:spcBef>
              <a:spcAft>
                <a:spcPts val="0"/>
              </a:spcAft>
              <a:buNone/>
              <a:defRPr sz="2300" b="0">
                <a:solidFill>
                  <a:schemeClr val="dk1"/>
                </a:solidFill>
                <a:latin typeface="DM Serif Display"/>
                <a:ea typeface="DM Serif Display"/>
                <a:cs typeface="DM Serif Display"/>
                <a:sym typeface="DM Serif Display"/>
              </a:defRPr>
            </a:lvl5pPr>
            <a:lvl6pPr lvl="5" algn="ctr" rtl="0">
              <a:lnSpc>
                <a:spcPct val="100000"/>
              </a:lnSpc>
              <a:spcBef>
                <a:spcPts val="0"/>
              </a:spcBef>
              <a:spcAft>
                <a:spcPts val="0"/>
              </a:spcAft>
              <a:buNone/>
              <a:defRPr sz="2300" b="0">
                <a:solidFill>
                  <a:schemeClr val="dk1"/>
                </a:solidFill>
                <a:latin typeface="DM Serif Display"/>
                <a:ea typeface="DM Serif Display"/>
                <a:cs typeface="DM Serif Display"/>
                <a:sym typeface="DM Serif Display"/>
              </a:defRPr>
            </a:lvl6pPr>
            <a:lvl7pPr lvl="6" algn="ctr" rtl="0">
              <a:lnSpc>
                <a:spcPct val="100000"/>
              </a:lnSpc>
              <a:spcBef>
                <a:spcPts val="0"/>
              </a:spcBef>
              <a:spcAft>
                <a:spcPts val="0"/>
              </a:spcAft>
              <a:buNone/>
              <a:defRPr sz="2300" b="0">
                <a:solidFill>
                  <a:schemeClr val="dk1"/>
                </a:solidFill>
                <a:latin typeface="DM Serif Display"/>
                <a:ea typeface="DM Serif Display"/>
                <a:cs typeface="DM Serif Display"/>
                <a:sym typeface="DM Serif Display"/>
              </a:defRPr>
            </a:lvl7pPr>
            <a:lvl8pPr lvl="7" algn="ctr" rtl="0">
              <a:lnSpc>
                <a:spcPct val="100000"/>
              </a:lnSpc>
              <a:spcBef>
                <a:spcPts val="0"/>
              </a:spcBef>
              <a:spcAft>
                <a:spcPts val="0"/>
              </a:spcAft>
              <a:buNone/>
              <a:defRPr sz="2300" b="0">
                <a:solidFill>
                  <a:schemeClr val="dk1"/>
                </a:solidFill>
                <a:latin typeface="DM Serif Display"/>
                <a:ea typeface="DM Serif Display"/>
                <a:cs typeface="DM Serif Display"/>
                <a:sym typeface="DM Serif Display"/>
              </a:defRPr>
            </a:lvl8pPr>
            <a:lvl9pPr lvl="8" algn="ctr" rtl="0">
              <a:lnSpc>
                <a:spcPct val="100000"/>
              </a:lnSpc>
              <a:spcBef>
                <a:spcPts val="0"/>
              </a:spcBef>
              <a:spcAft>
                <a:spcPts val="0"/>
              </a:spcAft>
              <a:buNone/>
              <a:defRPr sz="2300" b="0">
                <a:solidFill>
                  <a:schemeClr val="dk1"/>
                </a:solidFill>
                <a:latin typeface="DM Serif Display"/>
                <a:ea typeface="DM Serif Display"/>
                <a:cs typeface="DM Serif Display"/>
                <a:sym typeface="DM Serif Display"/>
              </a:defRPr>
            </a:lvl9pPr>
          </a:lstStyle>
          <a:p>
            <a:endParaRPr/>
          </a:p>
        </p:txBody>
      </p:sp>
      <p:sp>
        <p:nvSpPr>
          <p:cNvPr id="71" name="Google Shape;71;p13"/>
          <p:cNvSpPr txBox="1">
            <a:spLocks noGrp="1"/>
          </p:cNvSpPr>
          <p:nvPr>
            <p:ph type="title" idx="15"/>
          </p:nvPr>
        </p:nvSpPr>
        <p:spPr>
          <a:xfrm>
            <a:off x="700800" y="491825"/>
            <a:ext cx="7742400" cy="656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300"/>
              <a:buNone/>
              <a:defRPr b="0"/>
            </a:lvl1pPr>
            <a:lvl2pPr lvl="1" algn="ctr" rtl="0">
              <a:spcBef>
                <a:spcPts val="0"/>
              </a:spcBef>
              <a:spcAft>
                <a:spcPts val="0"/>
              </a:spcAft>
              <a:buSzPts val="3200"/>
              <a:buNone/>
              <a:defRPr/>
            </a:lvl2pPr>
            <a:lvl3pPr lvl="2" algn="ctr" rtl="0">
              <a:spcBef>
                <a:spcPts val="0"/>
              </a:spcBef>
              <a:spcAft>
                <a:spcPts val="0"/>
              </a:spcAft>
              <a:buSzPts val="3200"/>
              <a:buNone/>
              <a:defRPr/>
            </a:lvl3pPr>
            <a:lvl4pPr lvl="3" algn="ctr" rtl="0">
              <a:spcBef>
                <a:spcPts val="0"/>
              </a:spcBef>
              <a:spcAft>
                <a:spcPts val="0"/>
              </a:spcAft>
              <a:buSzPts val="3200"/>
              <a:buNone/>
              <a:defRPr/>
            </a:lvl4pPr>
            <a:lvl5pPr lvl="4" algn="ctr" rtl="0">
              <a:spcBef>
                <a:spcPts val="0"/>
              </a:spcBef>
              <a:spcAft>
                <a:spcPts val="0"/>
              </a:spcAft>
              <a:buSzPts val="3200"/>
              <a:buNone/>
              <a:defRPr/>
            </a:lvl5pPr>
            <a:lvl6pPr lvl="5" algn="ctr" rtl="0">
              <a:spcBef>
                <a:spcPts val="0"/>
              </a:spcBef>
              <a:spcAft>
                <a:spcPts val="0"/>
              </a:spcAft>
              <a:buSzPts val="3200"/>
              <a:buNone/>
              <a:defRPr/>
            </a:lvl6pPr>
            <a:lvl7pPr lvl="6" algn="ctr" rtl="0">
              <a:spcBef>
                <a:spcPts val="0"/>
              </a:spcBef>
              <a:spcAft>
                <a:spcPts val="0"/>
              </a:spcAft>
              <a:buSzPts val="3200"/>
              <a:buNone/>
              <a:defRPr/>
            </a:lvl7pPr>
            <a:lvl8pPr lvl="7" algn="ctr" rtl="0">
              <a:spcBef>
                <a:spcPts val="0"/>
              </a:spcBef>
              <a:spcAft>
                <a:spcPts val="0"/>
              </a:spcAft>
              <a:buSzPts val="3200"/>
              <a:buNone/>
              <a:defRPr/>
            </a:lvl8pPr>
            <a:lvl9pPr lvl="8" algn="ctr" rtl="0">
              <a:spcBef>
                <a:spcPts val="0"/>
              </a:spcBef>
              <a:spcAft>
                <a:spcPts val="0"/>
              </a:spcAft>
              <a:buSzPts val="32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Header 1">
  <p:cSld name="CUSTOM_4">
    <p:spTree>
      <p:nvGrpSpPr>
        <p:cNvPr id="1" name="Shape 72"/>
        <p:cNvGrpSpPr/>
        <p:nvPr/>
      </p:nvGrpSpPr>
      <p:grpSpPr>
        <a:xfrm>
          <a:off x="0" y="0"/>
          <a:ext cx="0" cy="0"/>
          <a:chOff x="0" y="0"/>
          <a:chExt cx="0" cy="0"/>
        </a:xfrm>
      </p:grpSpPr>
      <p:pic>
        <p:nvPicPr>
          <p:cNvPr id="73" name="Google Shape;73;p14"/>
          <p:cNvPicPr preferRelativeResize="0"/>
          <p:nvPr/>
        </p:nvPicPr>
        <p:blipFill rotWithShape="1">
          <a:blip r:embed="rId2">
            <a:alphaModFix/>
          </a:blip>
          <a:srcRect/>
          <a:stretch/>
        </p:blipFill>
        <p:spPr>
          <a:xfrm flipH="1">
            <a:off x="0" y="3622"/>
            <a:ext cx="9144001" cy="5136257"/>
          </a:xfrm>
          <a:prstGeom prst="rect">
            <a:avLst/>
          </a:prstGeom>
          <a:noFill/>
          <a:ln>
            <a:noFill/>
          </a:ln>
        </p:spPr>
      </p:pic>
      <p:sp>
        <p:nvSpPr>
          <p:cNvPr id="74" name="Google Shape;74;p14"/>
          <p:cNvSpPr txBox="1">
            <a:spLocks noGrp="1"/>
          </p:cNvSpPr>
          <p:nvPr>
            <p:ph type="title"/>
          </p:nvPr>
        </p:nvSpPr>
        <p:spPr>
          <a:xfrm>
            <a:off x="2786650" y="2570794"/>
            <a:ext cx="3570600" cy="10074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000000"/>
              </a:buClr>
              <a:buSzPts val="3300"/>
              <a:buNone/>
              <a:defRPr sz="5000" b="0"/>
            </a:lvl1pPr>
            <a:lvl2pPr lvl="1" rtl="0">
              <a:spcBef>
                <a:spcPts val="0"/>
              </a:spcBef>
              <a:spcAft>
                <a:spcPts val="0"/>
              </a:spcAft>
              <a:buClr>
                <a:schemeClr val="accent1"/>
              </a:buClr>
              <a:buSzPts val="3200"/>
              <a:buNone/>
              <a:defRPr>
                <a:solidFill>
                  <a:schemeClr val="accent1"/>
                </a:solidFill>
              </a:defRPr>
            </a:lvl2pPr>
            <a:lvl3pPr lvl="2" rtl="0">
              <a:spcBef>
                <a:spcPts val="0"/>
              </a:spcBef>
              <a:spcAft>
                <a:spcPts val="0"/>
              </a:spcAft>
              <a:buClr>
                <a:schemeClr val="accent1"/>
              </a:buClr>
              <a:buSzPts val="3200"/>
              <a:buNone/>
              <a:defRPr>
                <a:solidFill>
                  <a:schemeClr val="accent1"/>
                </a:solidFill>
              </a:defRPr>
            </a:lvl3pPr>
            <a:lvl4pPr lvl="3" rtl="0">
              <a:spcBef>
                <a:spcPts val="0"/>
              </a:spcBef>
              <a:spcAft>
                <a:spcPts val="0"/>
              </a:spcAft>
              <a:buClr>
                <a:schemeClr val="accent1"/>
              </a:buClr>
              <a:buSzPts val="3200"/>
              <a:buNone/>
              <a:defRPr>
                <a:solidFill>
                  <a:schemeClr val="accent1"/>
                </a:solidFill>
              </a:defRPr>
            </a:lvl4pPr>
            <a:lvl5pPr lvl="4" rtl="0">
              <a:spcBef>
                <a:spcPts val="0"/>
              </a:spcBef>
              <a:spcAft>
                <a:spcPts val="0"/>
              </a:spcAft>
              <a:buClr>
                <a:schemeClr val="accent1"/>
              </a:buClr>
              <a:buSzPts val="3200"/>
              <a:buNone/>
              <a:defRPr>
                <a:solidFill>
                  <a:schemeClr val="accent1"/>
                </a:solidFill>
              </a:defRPr>
            </a:lvl5pPr>
            <a:lvl6pPr lvl="5" rtl="0">
              <a:spcBef>
                <a:spcPts val="0"/>
              </a:spcBef>
              <a:spcAft>
                <a:spcPts val="0"/>
              </a:spcAft>
              <a:buClr>
                <a:schemeClr val="accent1"/>
              </a:buClr>
              <a:buSzPts val="3200"/>
              <a:buNone/>
              <a:defRPr>
                <a:solidFill>
                  <a:schemeClr val="accent1"/>
                </a:solidFill>
              </a:defRPr>
            </a:lvl6pPr>
            <a:lvl7pPr lvl="6" rtl="0">
              <a:spcBef>
                <a:spcPts val="0"/>
              </a:spcBef>
              <a:spcAft>
                <a:spcPts val="0"/>
              </a:spcAft>
              <a:buClr>
                <a:schemeClr val="accent1"/>
              </a:buClr>
              <a:buSzPts val="3200"/>
              <a:buNone/>
              <a:defRPr>
                <a:solidFill>
                  <a:schemeClr val="accent1"/>
                </a:solidFill>
              </a:defRPr>
            </a:lvl7pPr>
            <a:lvl8pPr lvl="7" rtl="0">
              <a:spcBef>
                <a:spcPts val="0"/>
              </a:spcBef>
              <a:spcAft>
                <a:spcPts val="0"/>
              </a:spcAft>
              <a:buClr>
                <a:schemeClr val="accent1"/>
              </a:buClr>
              <a:buSzPts val="3200"/>
              <a:buNone/>
              <a:defRPr>
                <a:solidFill>
                  <a:schemeClr val="accent1"/>
                </a:solidFill>
              </a:defRPr>
            </a:lvl8pPr>
            <a:lvl9pPr lvl="8" rtl="0">
              <a:spcBef>
                <a:spcPts val="0"/>
              </a:spcBef>
              <a:spcAft>
                <a:spcPts val="0"/>
              </a:spcAft>
              <a:buClr>
                <a:schemeClr val="accent1"/>
              </a:buClr>
              <a:buSzPts val="3200"/>
              <a:buNone/>
              <a:defRPr>
                <a:solidFill>
                  <a:schemeClr val="accent1"/>
                </a:solidFill>
              </a:defRPr>
            </a:lvl9pPr>
          </a:lstStyle>
          <a:p>
            <a:endParaRPr/>
          </a:p>
        </p:txBody>
      </p:sp>
      <p:sp>
        <p:nvSpPr>
          <p:cNvPr id="75" name="Google Shape;75;p14"/>
          <p:cNvSpPr txBox="1">
            <a:spLocks noGrp="1"/>
          </p:cNvSpPr>
          <p:nvPr>
            <p:ph type="title" idx="2" hasCustomPrompt="1"/>
          </p:nvPr>
        </p:nvSpPr>
        <p:spPr>
          <a:xfrm>
            <a:off x="3797100" y="1317190"/>
            <a:ext cx="1549800" cy="1640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4400"/>
              <a:buNone/>
              <a:defRPr sz="10000" b="0">
                <a:solidFill>
                  <a:schemeClr val="accent2"/>
                </a:solidFill>
              </a:defRPr>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76" name="Google Shape;76;p14"/>
          <p:cNvSpPr txBox="1">
            <a:spLocks noGrp="1"/>
          </p:cNvSpPr>
          <p:nvPr>
            <p:ph type="subTitle" idx="1"/>
          </p:nvPr>
        </p:nvSpPr>
        <p:spPr>
          <a:xfrm>
            <a:off x="2709225" y="3423109"/>
            <a:ext cx="3725700" cy="403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None/>
              <a:defRPr sz="1400" b="0"/>
            </a:lvl1pPr>
            <a:lvl2pPr lvl="1" algn="ctr" rtl="0">
              <a:lnSpc>
                <a:spcPct val="100000"/>
              </a:lnSpc>
              <a:spcBef>
                <a:spcPts val="0"/>
              </a:spcBef>
              <a:spcAft>
                <a:spcPts val="0"/>
              </a:spcAft>
              <a:buNone/>
              <a:defRPr sz="1400" b="0"/>
            </a:lvl2pPr>
            <a:lvl3pPr lvl="2" algn="ctr" rtl="0">
              <a:lnSpc>
                <a:spcPct val="100000"/>
              </a:lnSpc>
              <a:spcBef>
                <a:spcPts val="0"/>
              </a:spcBef>
              <a:spcAft>
                <a:spcPts val="0"/>
              </a:spcAft>
              <a:buNone/>
              <a:defRPr sz="1400" b="0"/>
            </a:lvl3pPr>
            <a:lvl4pPr lvl="3" algn="ctr" rtl="0">
              <a:lnSpc>
                <a:spcPct val="100000"/>
              </a:lnSpc>
              <a:spcBef>
                <a:spcPts val="0"/>
              </a:spcBef>
              <a:spcAft>
                <a:spcPts val="0"/>
              </a:spcAft>
              <a:buNone/>
              <a:defRPr sz="1400" b="0"/>
            </a:lvl4pPr>
            <a:lvl5pPr lvl="4" algn="ctr" rtl="0">
              <a:lnSpc>
                <a:spcPct val="100000"/>
              </a:lnSpc>
              <a:spcBef>
                <a:spcPts val="0"/>
              </a:spcBef>
              <a:spcAft>
                <a:spcPts val="0"/>
              </a:spcAft>
              <a:buNone/>
              <a:defRPr sz="1400" b="0"/>
            </a:lvl5pPr>
            <a:lvl6pPr lvl="5" algn="ctr" rtl="0">
              <a:lnSpc>
                <a:spcPct val="100000"/>
              </a:lnSpc>
              <a:spcBef>
                <a:spcPts val="0"/>
              </a:spcBef>
              <a:spcAft>
                <a:spcPts val="0"/>
              </a:spcAft>
              <a:buNone/>
              <a:defRPr sz="1400" b="0"/>
            </a:lvl6pPr>
            <a:lvl7pPr lvl="6" algn="ctr" rtl="0">
              <a:lnSpc>
                <a:spcPct val="100000"/>
              </a:lnSpc>
              <a:spcBef>
                <a:spcPts val="0"/>
              </a:spcBef>
              <a:spcAft>
                <a:spcPts val="0"/>
              </a:spcAft>
              <a:buNone/>
              <a:defRPr sz="1400" b="0"/>
            </a:lvl7pPr>
            <a:lvl8pPr lvl="7" algn="ctr" rtl="0">
              <a:lnSpc>
                <a:spcPct val="100000"/>
              </a:lnSpc>
              <a:spcBef>
                <a:spcPts val="0"/>
              </a:spcBef>
              <a:spcAft>
                <a:spcPts val="0"/>
              </a:spcAft>
              <a:buNone/>
              <a:defRPr sz="1400" b="0"/>
            </a:lvl8pPr>
            <a:lvl9pPr lvl="8" algn="ctr" rtl="0">
              <a:lnSpc>
                <a:spcPct val="100000"/>
              </a:lnSpc>
              <a:spcBef>
                <a:spcPts val="0"/>
              </a:spcBef>
              <a:spcAft>
                <a:spcPts val="0"/>
              </a:spcAft>
              <a:buNone/>
              <a:defRPr sz="1400" b="0"/>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Three Columns">
  <p:cSld name="TITLE_AND_TWO_COLUMNS_3_1">
    <p:spTree>
      <p:nvGrpSpPr>
        <p:cNvPr id="1" name="Shape 77"/>
        <p:cNvGrpSpPr/>
        <p:nvPr/>
      </p:nvGrpSpPr>
      <p:grpSpPr>
        <a:xfrm>
          <a:off x="0" y="0"/>
          <a:ext cx="0" cy="0"/>
          <a:chOff x="0" y="0"/>
          <a:chExt cx="0" cy="0"/>
        </a:xfrm>
      </p:grpSpPr>
      <p:pic>
        <p:nvPicPr>
          <p:cNvPr id="78" name="Google Shape;78;p15"/>
          <p:cNvPicPr preferRelativeResize="0"/>
          <p:nvPr/>
        </p:nvPicPr>
        <p:blipFill rotWithShape="1">
          <a:blip r:embed="rId2">
            <a:alphaModFix/>
          </a:blip>
          <a:srcRect/>
          <a:stretch/>
        </p:blipFill>
        <p:spPr>
          <a:xfrm>
            <a:off x="0" y="3622"/>
            <a:ext cx="9144001" cy="5136257"/>
          </a:xfrm>
          <a:prstGeom prst="rect">
            <a:avLst/>
          </a:prstGeom>
          <a:noFill/>
          <a:ln>
            <a:noFill/>
          </a:ln>
        </p:spPr>
      </p:pic>
      <p:sp>
        <p:nvSpPr>
          <p:cNvPr id="79" name="Google Shape;79;p15"/>
          <p:cNvSpPr txBox="1">
            <a:spLocks noGrp="1"/>
          </p:cNvSpPr>
          <p:nvPr>
            <p:ph type="subTitle" idx="1"/>
          </p:nvPr>
        </p:nvSpPr>
        <p:spPr>
          <a:xfrm>
            <a:off x="6244175" y="3188850"/>
            <a:ext cx="2191200" cy="797100"/>
          </a:xfrm>
          <a:prstGeom prst="rect">
            <a:avLst/>
          </a:prstGeom>
          <a:noFill/>
        </p:spPr>
        <p:txBody>
          <a:bodyPr spcFirstLastPara="1" wrap="square" lIns="91425" tIns="1527025" rIns="91425" bIns="91425" anchor="t" anchorCtr="0">
            <a:noAutofit/>
          </a:bodyPr>
          <a:lstStyle>
            <a:lvl1pPr lvl="0" algn="ctr" rtl="0">
              <a:lnSpc>
                <a:spcPct val="100000"/>
              </a:lnSpc>
              <a:spcBef>
                <a:spcPts val="0"/>
              </a:spcBef>
              <a:spcAft>
                <a:spcPts val="0"/>
              </a:spcAft>
              <a:buSzPts val="1400"/>
              <a:buNone/>
              <a:defRPr sz="1400"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Font typeface="Roboto"/>
              <a:buNone/>
              <a:defRPr>
                <a:latin typeface="Roboto"/>
                <a:ea typeface="Roboto"/>
                <a:cs typeface="Roboto"/>
                <a:sym typeface="Roboto"/>
              </a:defRPr>
            </a:lvl4pPr>
            <a:lvl5pPr lvl="4" algn="ctr" rtl="0">
              <a:lnSpc>
                <a:spcPct val="100000"/>
              </a:lnSpc>
              <a:spcBef>
                <a:spcPts val="0"/>
              </a:spcBef>
              <a:spcAft>
                <a:spcPts val="0"/>
              </a:spcAft>
              <a:buSzPts val="1400"/>
              <a:buFont typeface="Roboto"/>
              <a:buNone/>
              <a:defRPr>
                <a:latin typeface="Roboto"/>
                <a:ea typeface="Roboto"/>
                <a:cs typeface="Roboto"/>
                <a:sym typeface="Roboto"/>
              </a:defRPr>
            </a:lvl5pPr>
            <a:lvl6pPr lvl="5" algn="ctr" rtl="0">
              <a:lnSpc>
                <a:spcPct val="100000"/>
              </a:lnSpc>
              <a:spcBef>
                <a:spcPts val="0"/>
              </a:spcBef>
              <a:spcAft>
                <a:spcPts val="0"/>
              </a:spcAft>
              <a:buSzPts val="1400"/>
              <a:buFont typeface="Roboto"/>
              <a:buNone/>
              <a:defRPr>
                <a:latin typeface="Roboto"/>
                <a:ea typeface="Roboto"/>
                <a:cs typeface="Roboto"/>
                <a:sym typeface="Roboto"/>
              </a:defRPr>
            </a:lvl6pPr>
            <a:lvl7pPr lvl="6" algn="ctr" rtl="0">
              <a:lnSpc>
                <a:spcPct val="100000"/>
              </a:lnSpc>
              <a:spcBef>
                <a:spcPts val="0"/>
              </a:spcBef>
              <a:spcAft>
                <a:spcPts val="0"/>
              </a:spcAft>
              <a:buSzPts val="1400"/>
              <a:buFont typeface="Roboto"/>
              <a:buNone/>
              <a:defRPr>
                <a:latin typeface="Roboto"/>
                <a:ea typeface="Roboto"/>
                <a:cs typeface="Roboto"/>
                <a:sym typeface="Roboto"/>
              </a:defRPr>
            </a:lvl7pPr>
            <a:lvl8pPr lvl="7" algn="ctr" rtl="0">
              <a:lnSpc>
                <a:spcPct val="100000"/>
              </a:lnSpc>
              <a:spcBef>
                <a:spcPts val="0"/>
              </a:spcBef>
              <a:spcAft>
                <a:spcPts val="0"/>
              </a:spcAft>
              <a:buSzPts val="1400"/>
              <a:buFont typeface="Roboto"/>
              <a:buNone/>
              <a:defRPr>
                <a:latin typeface="Roboto"/>
                <a:ea typeface="Roboto"/>
                <a:cs typeface="Roboto"/>
                <a:sym typeface="Roboto"/>
              </a:defRPr>
            </a:lvl8pPr>
            <a:lvl9pPr lvl="8" algn="ctr" rtl="0">
              <a:lnSpc>
                <a:spcPct val="100000"/>
              </a:lnSpc>
              <a:spcBef>
                <a:spcPts val="0"/>
              </a:spcBef>
              <a:spcAft>
                <a:spcPts val="0"/>
              </a:spcAft>
              <a:buSzPts val="1400"/>
              <a:buFont typeface="Roboto"/>
              <a:buNone/>
              <a:defRPr>
                <a:latin typeface="Roboto"/>
                <a:ea typeface="Roboto"/>
                <a:cs typeface="Roboto"/>
                <a:sym typeface="Roboto"/>
              </a:defRPr>
            </a:lvl9pPr>
          </a:lstStyle>
          <a:p>
            <a:endParaRPr/>
          </a:p>
        </p:txBody>
      </p:sp>
      <p:sp>
        <p:nvSpPr>
          <p:cNvPr id="80" name="Google Shape;80;p15"/>
          <p:cNvSpPr txBox="1">
            <a:spLocks noGrp="1"/>
          </p:cNvSpPr>
          <p:nvPr>
            <p:ph type="subTitle" idx="2"/>
          </p:nvPr>
        </p:nvSpPr>
        <p:spPr>
          <a:xfrm>
            <a:off x="3491246" y="3188850"/>
            <a:ext cx="2191200" cy="797100"/>
          </a:xfrm>
          <a:prstGeom prst="rect">
            <a:avLst/>
          </a:prstGeom>
          <a:noFill/>
        </p:spPr>
        <p:txBody>
          <a:bodyPr spcFirstLastPara="1" wrap="square" lIns="91425" tIns="1527025" rIns="91425" bIns="91425" anchor="t" anchorCtr="0">
            <a:noAutofit/>
          </a:bodyPr>
          <a:lstStyle>
            <a:lvl1pPr lvl="0" algn="ctr" rtl="0">
              <a:lnSpc>
                <a:spcPct val="100000"/>
              </a:lnSpc>
              <a:spcBef>
                <a:spcPts val="0"/>
              </a:spcBef>
              <a:spcAft>
                <a:spcPts val="0"/>
              </a:spcAft>
              <a:buSzPts val="1400"/>
              <a:buNone/>
              <a:defRPr sz="1400"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Font typeface="Roboto"/>
              <a:buNone/>
              <a:defRPr>
                <a:latin typeface="Roboto"/>
                <a:ea typeface="Roboto"/>
                <a:cs typeface="Roboto"/>
                <a:sym typeface="Roboto"/>
              </a:defRPr>
            </a:lvl4pPr>
            <a:lvl5pPr lvl="4" algn="ctr" rtl="0">
              <a:lnSpc>
                <a:spcPct val="100000"/>
              </a:lnSpc>
              <a:spcBef>
                <a:spcPts val="0"/>
              </a:spcBef>
              <a:spcAft>
                <a:spcPts val="0"/>
              </a:spcAft>
              <a:buSzPts val="1400"/>
              <a:buFont typeface="Roboto"/>
              <a:buNone/>
              <a:defRPr>
                <a:latin typeface="Roboto"/>
                <a:ea typeface="Roboto"/>
                <a:cs typeface="Roboto"/>
                <a:sym typeface="Roboto"/>
              </a:defRPr>
            </a:lvl5pPr>
            <a:lvl6pPr lvl="5" algn="ctr" rtl="0">
              <a:lnSpc>
                <a:spcPct val="100000"/>
              </a:lnSpc>
              <a:spcBef>
                <a:spcPts val="0"/>
              </a:spcBef>
              <a:spcAft>
                <a:spcPts val="0"/>
              </a:spcAft>
              <a:buSzPts val="1400"/>
              <a:buFont typeface="Roboto"/>
              <a:buNone/>
              <a:defRPr>
                <a:latin typeface="Roboto"/>
                <a:ea typeface="Roboto"/>
                <a:cs typeface="Roboto"/>
                <a:sym typeface="Roboto"/>
              </a:defRPr>
            </a:lvl6pPr>
            <a:lvl7pPr lvl="6" algn="ctr" rtl="0">
              <a:lnSpc>
                <a:spcPct val="100000"/>
              </a:lnSpc>
              <a:spcBef>
                <a:spcPts val="0"/>
              </a:spcBef>
              <a:spcAft>
                <a:spcPts val="0"/>
              </a:spcAft>
              <a:buSzPts val="1400"/>
              <a:buFont typeface="Roboto"/>
              <a:buNone/>
              <a:defRPr>
                <a:latin typeface="Roboto"/>
                <a:ea typeface="Roboto"/>
                <a:cs typeface="Roboto"/>
                <a:sym typeface="Roboto"/>
              </a:defRPr>
            </a:lvl7pPr>
            <a:lvl8pPr lvl="7" algn="ctr" rtl="0">
              <a:lnSpc>
                <a:spcPct val="100000"/>
              </a:lnSpc>
              <a:spcBef>
                <a:spcPts val="0"/>
              </a:spcBef>
              <a:spcAft>
                <a:spcPts val="0"/>
              </a:spcAft>
              <a:buSzPts val="1400"/>
              <a:buFont typeface="Roboto"/>
              <a:buNone/>
              <a:defRPr>
                <a:latin typeface="Roboto"/>
                <a:ea typeface="Roboto"/>
                <a:cs typeface="Roboto"/>
                <a:sym typeface="Roboto"/>
              </a:defRPr>
            </a:lvl8pPr>
            <a:lvl9pPr lvl="8" algn="ctr" rtl="0">
              <a:lnSpc>
                <a:spcPct val="100000"/>
              </a:lnSpc>
              <a:spcBef>
                <a:spcPts val="0"/>
              </a:spcBef>
              <a:spcAft>
                <a:spcPts val="0"/>
              </a:spcAft>
              <a:buSzPts val="1400"/>
              <a:buFont typeface="Roboto"/>
              <a:buNone/>
              <a:defRPr>
                <a:latin typeface="Roboto"/>
                <a:ea typeface="Roboto"/>
                <a:cs typeface="Roboto"/>
                <a:sym typeface="Roboto"/>
              </a:defRPr>
            </a:lvl9pPr>
          </a:lstStyle>
          <a:p>
            <a:endParaRPr/>
          </a:p>
        </p:txBody>
      </p:sp>
      <p:sp>
        <p:nvSpPr>
          <p:cNvPr id="81" name="Google Shape;81;p15"/>
          <p:cNvSpPr txBox="1">
            <a:spLocks noGrp="1"/>
          </p:cNvSpPr>
          <p:nvPr>
            <p:ph type="subTitle" idx="3"/>
          </p:nvPr>
        </p:nvSpPr>
        <p:spPr>
          <a:xfrm>
            <a:off x="708350" y="3188850"/>
            <a:ext cx="2191200" cy="797100"/>
          </a:xfrm>
          <a:prstGeom prst="rect">
            <a:avLst/>
          </a:prstGeom>
          <a:noFill/>
        </p:spPr>
        <p:txBody>
          <a:bodyPr spcFirstLastPara="1" wrap="square" lIns="91425" tIns="1527025" rIns="91425" bIns="91425" anchor="t" anchorCtr="0">
            <a:noAutofit/>
          </a:bodyPr>
          <a:lstStyle>
            <a:lvl1pPr lvl="0" algn="ctr" rtl="0">
              <a:lnSpc>
                <a:spcPct val="100000"/>
              </a:lnSpc>
              <a:spcBef>
                <a:spcPts val="0"/>
              </a:spcBef>
              <a:spcAft>
                <a:spcPts val="0"/>
              </a:spcAft>
              <a:buSzPts val="1400"/>
              <a:buNone/>
              <a:defRPr sz="1400"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Font typeface="Roboto"/>
              <a:buNone/>
              <a:defRPr>
                <a:latin typeface="Roboto"/>
                <a:ea typeface="Roboto"/>
                <a:cs typeface="Roboto"/>
                <a:sym typeface="Roboto"/>
              </a:defRPr>
            </a:lvl4pPr>
            <a:lvl5pPr lvl="4" algn="ctr" rtl="0">
              <a:lnSpc>
                <a:spcPct val="100000"/>
              </a:lnSpc>
              <a:spcBef>
                <a:spcPts val="0"/>
              </a:spcBef>
              <a:spcAft>
                <a:spcPts val="0"/>
              </a:spcAft>
              <a:buSzPts val="1400"/>
              <a:buFont typeface="Roboto"/>
              <a:buNone/>
              <a:defRPr>
                <a:latin typeface="Roboto"/>
                <a:ea typeface="Roboto"/>
                <a:cs typeface="Roboto"/>
                <a:sym typeface="Roboto"/>
              </a:defRPr>
            </a:lvl5pPr>
            <a:lvl6pPr lvl="5" algn="ctr" rtl="0">
              <a:lnSpc>
                <a:spcPct val="100000"/>
              </a:lnSpc>
              <a:spcBef>
                <a:spcPts val="0"/>
              </a:spcBef>
              <a:spcAft>
                <a:spcPts val="0"/>
              </a:spcAft>
              <a:buSzPts val="1400"/>
              <a:buFont typeface="Roboto"/>
              <a:buNone/>
              <a:defRPr>
                <a:latin typeface="Roboto"/>
                <a:ea typeface="Roboto"/>
                <a:cs typeface="Roboto"/>
                <a:sym typeface="Roboto"/>
              </a:defRPr>
            </a:lvl6pPr>
            <a:lvl7pPr lvl="6" algn="ctr" rtl="0">
              <a:lnSpc>
                <a:spcPct val="100000"/>
              </a:lnSpc>
              <a:spcBef>
                <a:spcPts val="0"/>
              </a:spcBef>
              <a:spcAft>
                <a:spcPts val="0"/>
              </a:spcAft>
              <a:buSzPts val="1400"/>
              <a:buFont typeface="Roboto"/>
              <a:buNone/>
              <a:defRPr>
                <a:latin typeface="Roboto"/>
                <a:ea typeface="Roboto"/>
                <a:cs typeface="Roboto"/>
                <a:sym typeface="Roboto"/>
              </a:defRPr>
            </a:lvl7pPr>
            <a:lvl8pPr lvl="7" algn="ctr" rtl="0">
              <a:lnSpc>
                <a:spcPct val="100000"/>
              </a:lnSpc>
              <a:spcBef>
                <a:spcPts val="0"/>
              </a:spcBef>
              <a:spcAft>
                <a:spcPts val="0"/>
              </a:spcAft>
              <a:buSzPts val="1400"/>
              <a:buFont typeface="Roboto"/>
              <a:buNone/>
              <a:defRPr>
                <a:latin typeface="Roboto"/>
                <a:ea typeface="Roboto"/>
                <a:cs typeface="Roboto"/>
                <a:sym typeface="Roboto"/>
              </a:defRPr>
            </a:lvl8pPr>
            <a:lvl9pPr lvl="8" algn="ctr" rtl="0">
              <a:lnSpc>
                <a:spcPct val="100000"/>
              </a:lnSpc>
              <a:spcBef>
                <a:spcPts val="0"/>
              </a:spcBef>
              <a:spcAft>
                <a:spcPts val="0"/>
              </a:spcAft>
              <a:buSzPts val="1400"/>
              <a:buFont typeface="Roboto"/>
              <a:buNone/>
              <a:defRPr>
                <a:latin typeface="Roboto"/>
                <a:ea typeface="Roboto"/>
                <a:cs typeface="Roboto"/>
                <a:sym typeface="Roboto"/>
              </a:defRPr>
            </a:lvl9pPr>
          </a:lstStyle>
          <a:p>
            <a:endParaRPr/>
          </a:p>
        </p:txBody>
      </p:sp>
      <p:sp>
        <p:nvSpPr>
          <p:cNvPr id="82" name="Google Shape;82;p15"/>
          <p:cNvSpPr txBox="1">
            <a:spLocks noGrp="1"/>
          </p:cNvSpPr>
          <p:nvPr>
            <p:ph type="subTitle" idx="4"/>
          </p:nvPr>
        </p:nvSpPr>
        <p:spPr>
          <a:xfrm>
            <a:off x="854850" y="2734335"/>
            <a:ext cx="1899000" cy="4785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None/>
              <a:defRPr sz="2300" b="0">
                <a:solidFill>
                  <a:schemeClr val="accent2"/>
                </a:solidFill>
                <a:latin typeface="DM Serif Display"/>
                <a:ea typeface="DM Serif Display"/>
                <a:cs typeface="DM Serif Display"/>
                <a:sym typeface="DM Serif Display"/>
              </a:defRPr>
            </a:lvl1pPr>
            <a:lvl2pPr lvl="1" algn="ctr" rtl="0">
              <a:lnSpc>
                <a:spcPct val="100000"/>
              </a:lnSpc>
              <a:spcBef>
                <a:spcPts val="0"/>
              </a:spcBef>
              <a:spcAft>
                <a:spcPts val="0"/>
              </a:spcAft>
              <a:buNone/>
              <a:defRPr sz="2300" b="0">
                <a:solidFill>
                  <a:schemeClr val="accent2"/>
                </a:solidFill>
                <a:latin typeface="DM Serif Display"/>
                <a:ea typeface="DM Serif Display"/>
                <a:cs typeface="DM Serif Display"/>
                <a:sym typeface="DM Serif Display"/>
              </a:defRPr>
            </a:lvl2pPr>
            <a:lvl3pPr lvl="2" algn="ctr" rtl="0">
              <a:lnSpc>
                <a:spcPct val="100000"/>
              </a:lnSpc>
              <a:spcBef>
                <a:spcPts val="0"/>
              </a:spcBef>
              <a:spcAft>
                <a:spcPts val="0"/>
              </a:spcAft>
              <a:buNone/>
              <a:defRPr sz="2300" b="0">
                <a:solidFill>
                  <a:schemeClr val="accent2"/>
                </a:solidFill>
                <a:latin typeface="DM Serif Display"/>
                <a:ea typeface="DM Serif Display"/>
                <a:cs typeface="DM Serif Display"/>
                <a:sym typeface="DM Serif Display"/>
              </a:defRPr>
            </a:lvl3pPr>
            <a:lvl4pPr lvl="3" algn="ctr" rtl="0">
              <a:lnSpc>
                <a:spcPct val="100000"/>
              </a:lnSpc>
              <a:spcBef>
                <a:spcPts val="0"/>
              </a:spcBef>
              <a:spcAft>
                <a:spcPts val="0"/>
              </a:spcAft>
              <a:buNone/>
              <a:defRPr sz="2300" b="0">
                <a:solidFill>
                  <a:schemeClr val="accent2"/>
                </a:solidFill>
                <a:latin typeface="DM Serif Display"/>
                <a:ea typeface="DM Serif Display"/>
                <a:cs typeface="DM Serif Display"/>
                <a:sym typeface="DM Serif Display"/>
              </a:defRPr>
            </a:lvl4pPr>
            <a:lvl5pPr lvl="4" algn="ctr" rtl="0">
              <a:lnSpc>
                <a:spcPct val="100000"/>
              </a:lnSpc>
              <a:spcBef>
                <a:spcPts val="0"/>
              </a:spcBef>
              <a:spcAft>
                <a:spcPts val="0"/>
              </a:spcAft>
              <a:buNone/>
              <a:defRPr sz="2300" b="0">
                <a:solidFill>
                  <a:schemeClr val="accent2"/>
                </a:solidFill>
                <a:latin typeface="DM Serif Display"/>
                <a:ea typeface="DM Serif Display"/>
                <a:cs typeface="DM Serif Display"/>
                <a:sym typeface="DM Serif Display"/>
              </a:defRPr>
            </a:lvl5pPr>
            <a:lvl6pPr lvl="5" algn="ctr" rtl="0">
              <a:lnSpc>
                <a:spcPct val="100000"/>
              </a:lnSpc>
              <a:spcBef>
                <a:spcPts val="0"/>
              </a:spcBef>
              <a:spcAft>
                <a:spcPts val="0"/>
              </a:spcAft>
              <a:buNone/>
              <a:defRPr sz="2300" b="0">
                <a:solidFill>
                  <a:schemeClr val="accent2"/>
                </a:solidFill>
                <a:latin typeface="DM Serif Display"/>
                <a:ea typeface="DM Serif Display"/>
                <a:cs typeface="DM Serif Display"/>
                <a:sym typeface="DM Serif Display"/>
              </a:defRPr>
            </a:lvl6pPr>
            <a:lvl7pPr lvl="6" algn="ctr" rtl="0">
              <a:lnSpc>
                <a:spcPct val="100000"/>
              </a:lnSpc>
              <a:spcBef>
                <a:spcPts val="0"/>
              </a:spcBef>
              <a:spcAft>
                <a:spcPts val="0"/>
              </a:spcAft>
              <a:buNone/>
              <a:defRPr sz="2300" b="0">
                <a:solidFill>
                  <a:schemeClr val="accent2"/>
                </a:solidFill>
                <a:latin typeface="DM Serif Display"/>
                <a:ea typeface="DM Serif Display"/>
                <a:cs typeface="DM Serif Display"/>
                <a:sym typeface="DM Serif Display"/>
              </a:defRPr>
            </a:lvl7pPr>
            <a:lvl8pPr lvl="7" algn="ctr" rtl="0">
              <a:lnSpc>
                <a:spcPct val="100000"/>
              </a:lnSpc>
              <a:spcBef>
                <a:spcPts val="0"/>
              </a:spcBef>
              <a:spcAft>
                <a:spcPts val="0"/>
              </a:spcAft>
              <a:buNone/>
              <a:defRPr sz="2300" b="0">
                <a:solidFill>
                  <a:schemeClr val="accent2"/>
                </a:solidFill>
                <a:latin typeface="DM Serif Display"/>
                <a:ea typeface="DM Serif Display"/>
                <a:cs typeface="DM Serif Display"/>
                <a:sym typeface="DM Serif Display"/>
              </a:defRPr>
            </a:lvl8pPr>
            <a:lvl9pPr lvl="8" algn="ctr" rtl="0">
              <a:lnSpc>
                <a:spcPct val="100000"/>
              </a:lnSpc>
              <a:spcBef>
                <a:spcPts val="0"/>
              </a:spcBef>
              <a:spcAft>
                <a:spcPts val="0"/>
              </a:spcAft>
              <a:buNone/>
              <a:defRPr sz="2300" b="0">
                <a:solidFill>
                  <a:schemeClr val="accent2"/>
                </a:solidFill>
                <a:latin typeface="DM Serif Display"/>
                <a:ea typeface="DM Serif Display"/>
                <a:cs typeface="DM Serif Display"/>
                <a:sym typeface="DM Serif Display"/>
              </a:defRPr>
            </a:lvl9pPr>
          </a:lstStyle>
          <a:p>
            <a:endParaRPr/>
          </a:p>
        </p:txBody>
      </p:sp>
      <p:sp>
        <p:nvSpPr>
          <p:cNvPr id="83" name="Google Shape;83;p15"/>
          <p:cNvSpPr txBox="1">
            <a:spLocks noGrp="1"/>
          </p:cNvSpPr>
          <p:nvPr>
            <p:ph type="subTitle" idx="5"/>
          </p:nvPr>
        </p:nvSpPr>
        <p:spPr>
          <a:xfrm>
            <a:off x="3629890" y="2734335"/>
            <a:ext cx="1899000" cy="4785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None/>
              <a:defRPr sz="2300" b="0">
                <a:solidFill>
                  <a:schemeClr val="accent2"/>
                </a:solidFill>
                <a:latin typeface="DM Serif Display"/>
                <a:ea typeface="DM Serif Display"/>
                <a:cs typeface="DM Serif Display"/>
                <a:sym typeface="DM Serif Display"/>
              </a:defRPr>
            </a:lvl1pPr>
            <a:lvl2pPr lvl="1" algn="ctr" rtl="0">
              <a:lnSpc>
                <a:spcPct val="100000"/>
              </a:lnSpc>
              <a:spcBef>
                <a:spcPts val="0"/>
              </a:spcBef>
              <a:spcAft>
                <a:spcPts val="0"/>
              </a:spcAft>
              <a:buNone/>
              <a:defRPr sz="2300" b="0">
                <a:solidFill>
                  <a:schemeClr val="accent2"/>
                </a:solidFill>
                <a:latin typeface="DM Serif Display"/>
                <a:ea typeface="DM Serif Display"/>
                <a:cs typeface="DM Serif Display"/>
                <a:sym typeface="DM Serif Display"/>
              </a:defRPr>
            </a:lvl2pPr>
            <a:lvl3pPr lvl="2" algn="ctr" rtl="0">
              <a:lnSpc>
                <a:spcPct val="100000"/>
              </a:lnSpc>
              <a:spcBef>
                <a:spcPts val="0"/>
              </a:spcBef>
              <a:spcAft>
                <a:spcPts val="0"/>
              </a:spcAft>
              <a:buNone/>
              <a:defRPr sz="2300" b="0">
                <a:solidFill>
                  <a:schemeClr val="accent2"/>
                </a:solidFill>
                <a:latin typeface="DM Serif Display"/>
                <a:ea typeface="DM Serif Display"/>
                <a:cs typeface="DM Serif Display"/>
                <a:sym typeface="DM Serif Display"/>
              </a:defRPr>
            </a:lvl3pPr>
            <a:lvl4pPr lvl="3" algn="ctr" rtl="0">
              <a:lnSpc>
                <a:spcPct val="100000"/>
              </a:lnSpc>
              <a:spcBef>
                <a:spcPts val="0"/>
              </a:spcBef>
              <a:spcAft>
                <a:spcPts val="0"/>
              </a:spcAft>
              <a:buNone/>
              <a:defRPr sz="2300" b="0">
                <a:solidFill>
                  <a:schemeClr val="accent2"/>
                </a:solidFill>
                <a:latin typeface="DM Serif Display"/>
                <a:ea typeface="DM Serif Display"/>
                <a:cs typeface="DM Serif Display"/>
                <a:sym typeface="DM Serif Display"/>
              </a:defRPr>
            </a:lvl4pPr>
            <a:lvl5pPr lvl="4" algn="ctr" rtl="0">
              <a:lnSpc>
                <a:spcPct val="100000"/>
              </a:lnSpc>
              <a:spcBef>
                <a:spcPts val="0"/>
              </a:spcBef>
              <a:spcAft>
                <a:spcPts val="0"/>
              </a:spcAft>
              <a:buNone/>
              <a:defRPr sz="2300" b="0">
                <a:solidFill>
                  <a:schemeClr val="accent2"/>
                </a:solidFill>
                <a:latin typeface="DM Serif Display"/>
                <a:ea typeface="DM Serif Display"/>
                <a:cs typeface="DM Serif Display"/>
                <a:sym typeface="DM Serif Display"/>
              </a:defRPr>
            </a:lvl5pPr>
            <a:lvl6pPr lvl="5" algn="ctr" rtl="0">
              <a:lnSpc>
                <a:spcPct val="100000"/>
              </a:lnSpc>
              <a:spcBef>
                <a:spcPts val="0"/>
              </a:spcBef>
              <a:spcAft>
                <a:spcPts val="0"/>
              </a:spcAft>
              <a:buNone/>
              <a:defRPr sz="2300" b="0">
                <a:solidFill>
                  <a:schemeClr val="accent2"/>
                </a:solidFill>
                <a:latin typeface="DM Serif Display"/>
                <a:ea typeface="DM Serif Display"/>
                <a:cs typeface="DM Serif Display"/>
                <a:sym typeface="DM Serif Display"/>
              </a:defRPr>
            </a:lvl6pPr>
            <a:lvl7pPr lvl="6" algn="ctr" rtl="0">
              <a:lnSpc>
                <a:spcPct val="100000"/>
              </a:lnSpc>
              <a:spcBef>
                <a:spcPts val="0"/>
              </a:spcBef>
              <a:spcAft>
                <a:spcPts val="0"/>
              </a:spcAft>
              <a:buNone/>
              <a:defRPr sz="2300" b="0">
                <a:solidFill>
                  <a:schemeClr val="accent2"/>
                </a:solidFill>
                <a:latin typeface="DM Serif Display"/>
                <a:ea typeface="DM Serif Display"/>
                <a:cs typeface="DM Serif Display"/>
                <a:sym typeface="DM Serif Display"/>
              </a:defRPr>
            </a:lvl7pPr>
            <a:lvl8pPr lvl="7" algn="ctr" rtl="0">
              <a:lnSpc>
                <a:spcPct val="100000"/>
              </a:lnSpc>
              <a:spcBef>
                <a:spcPts val="0"/>
              </a:spcBef>
              <a:spcAft>
                <a:spcPts val="0"/>
              </a:spcAft>
              <a:buNone/>
              <a:defRPr sz="2300" b="0">
                <a:solidFill>
                  <a:schemeClr val="accent2"/>
                </a:solidFill>
                <a:latin typeface="DM Serif Display"/>
                <a:ea typeface="DM Serif Display"/>
                <a:cs typeface="DM Serif Display"/>
                <a:sym typeface="DM Serif Display"/>
              </a:defRPr>
            </a:lvl8pPr>
            <a:lvl9pPr lvl="8" algn="ctr" rtl="0">
              <a:lnSpc>
                <a:spcPct val="100000"/>
              </a:lnSpc>
              <a:spcBef>
                <a:spcPts val="0"/>
              </a:spcBef>
              <a:spcAft>
                <a:spcPts val="0"/>
              </a:spcAft>
              <a:buNone/>
              <a:defRPr sz="2300" b="0">
                <a:solidFill>
                  <a:schemeClr val="accent2"/>
                </a:solidFill>
                <a:latin typeface="DM Serif Display"/>
                <a:ea typeface="DM Serif Display"/>
                <a:cs typeface="DM Serif Display"/>
                <a:sym typeface="DM Serif Display"/>
              </a:defRPr>
            </a:lvl9pPr>
          </a:lstStyle>
          <a:p>
            <a:endParaRPr/>
          </a:p>
        </p:txBody>
      </p:sp>
      <p:sp>
        <p:nvSpPr>
          <p:cNvPr id="84" name="Google Shape;84;p15"/>
          <p:cNvSpPr txBox="1">
            <a:spLocks noGrp="1"/>
          </p:cNvSpPr>
          <p:nvPr>
            <p:ph type="subTitle" idx="6"/>
          </p:nvPr>
        </p:nvSpPr>
        <p:spPr>
          <a:xfrm>
            <a:off x="6390150" y="2734335"/>
            <a:ext cx="1899000" cy="4785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None/>
              <a:defRPr sz="2300" b="0">
                <a:solidFill>
                  <a:schemeClr val="accent2"/>
                </a:solidFill>
                <a:latin typeface="DM Serif Display"/>
                <a:ea typeface="DM Serif Display"/>
                <a:cs typeface="DM Serif Display"/>
                <a:sym typeface="DM Serif Display"/>
              </a:defRPr>
            </a:lvl1pPr>
            <a:lvl2pPr lvl="1" algn="ctr" rtl="0">
              <a:lnSpc>
                <a:spcPct val="100000"/>
              </a:lnSpc>
              <a:spcBef>
                <a:spcPts val="0"/>
              </a:spcBef>
              <a:spcAft>
                <a:spcPts val="0"/>
              </a:spcAft>
              <a:buNone/>
              <a:defRPr sz="2300" b="0">
                <a:solidFill>
                  <a:schemeClr val="accent2"/>
                </a:solidFill>
                <a:latin typeface="DM Serif Display"/>
                <a:ea typeface="DM Serif Display"/>
                <a:cs typeface="DM Serif Display"/>
                <a:sym typeface="DM Serif Display"/>
              </a:defRPr>
            </a:lvl2pPr>
            <a:lvl3pPr lvl="2" algn="ctr" rtl="0">
              <a:lnSpc>
                <a:spcPct val="100000"/>
              </a:lnSpc>
              <a:spcBef>
                <a:spcPts val="0"/>
              </a:spcBef>
              <a:spcAft>
                <a:spcPts val="0"/>
              </a:spcAft>
              <a:buNone/>
              <a:defRPr sz="2300" b="0">
                <a:solidFill>
                  <a:schemeClr val="accent2"/>
                </a:solidFill>
                <a:latin typeface="DM Serif Display"/>
                <a:ea typeface="DM Serif Display"/>
                <a:cs typeface="DM Serif Display"/>
                <a:sym typeface="DM Serif Display"/>
              </a:defRPr>
            </a:lvl3pPr>
            <a:lvl4pPr lvl="3" algn="ctr" rtl="0">
              <a:lnSpc>
                <a:spcPct val="100000"/>
              </a:lnSpc>
              <a:spcBef>
                <a:spcPts val="0"/>
              </a:spcBef>
              <a:spcAft>
                <a:spcPts val="0"/>
              </a:spcAft>
              <a:buNone/>
              <a:defRPr sz="2300" b="0">
                <a:solidFill>
                  <a:schemeClr val="accent2"/>
                </a:solidFill>
                <a:latin typeface="DM Serif Display"/>
                <a:ea typeface="DM Serif Display"/>
                <a:cs typeface="DM Serif Display"/>
                <a:sym typeface="DM Serif Display"/>
              </a:defRPr>
            </a:lvl4pPr>
            <a:lvl5pPr lvl="4" algn="ctr" rtl="0">
              <a:lnSpc>
                <a:spcPct val="100000"/>
              </a:lnSpc>
              <a:spcBef>
                <a:spcPts val="0"/>
              </a:spcBef>
              <a:spcAft>
                <a:spcPts val="0"/>
              </a:spcAft>
              <a:buNone/>
              <a:defRPr sz="2300" b="0">
                <a:solidFill>
                  <a:schemeClr val="accent2"/>
                </a:solidFill>
                <a:latin typeface="DM Serif Display"/>
                <a:ea typeface="DM Serif Display"/>
                <a:cs typeface="DM Serif Display"/>
                <a:sym typeface="DM Serif Display"/>
              </a:defRPr>
            </a:lvl5pPr>
            <a:lvl6pPr lvl="5" algn="ctr" rtl="0">
              <a:lnSpc>
                <a:spcPct val="100000"/>
              </a:lnSpc>
              <a:spcBef>
                <a:spcPts val="0"/>
              </a:spcBef>
              <a:spcAft>
                <a:spcPts val="0"/>
              </a:spcAft>
              <a:buNone/>
              <a:defRPr sz="2300" b="0">
                <a:solidFill>
                  <a:schemeClr val="accent2"/>
                </a:solidFill>
                <a:latin typeface="DM Serif Display"/>
                <a:ea typeface="DM Serif Display"/>
                <a:cs typeface="DM Serif Display"/>
                <a:sym typeface="DM Serif Display"/>
              </a:defRPr>
            </a:lvl6pPr>
            <a:lvl7pPr lvl="6" algn="ctr" rtl="0">
              <a:lnSpc>
                <a:spcPct val="100000"/>
              </a:lnSpc>
              <a:spcBef>
                <a:spcPts val="0"/>
              </a:spcBef>
              <a:spcAft>
                <a:spcPts val="0"/>
              </a:spcAft>
              <a:buNone/>
              <a:defRPr sz="2300" b="0">
                <a:solidFill>
                  <a:schemeClr val="accent2"/>
                </a:solidFill>
                <a:latin typeface="DM Serif Display"/>
                <a:ea typeface="DM Serif Display"/>
                <a:cs typeface="DM Serif Display"/>
                <a:sym typeface="DM Serif Display"/>
              </a:defRPr>
            </a:lvl7pPr>
            <a:lvl8pPr lvl="7" algn="ctr" rtl="0">
              <a:lnSpc>
                <a:spcPct val="100000"/>
              </a:lnSpc>
              <a:spcBef>
                <a:spcPts val="0"/>
              </a:spcBef>
              <a:spcAft>
                <a:spcPts val="0"/>
              </a:spcAft>
              <a:buNone/>
              <a:defRPr sz="2300" b="0">
                <a:solidFill>
                  <a:schemeClr val="accent2"/>
                </a:solidFill>
                <a:latin typeface="DM Serif Display"/>
                <a:ea typeface="DM Serif Display"/>
                <a:cs typeface="DM Serif Display"/>
                <a:sym typeface="DM Serif Display"/>
              </a:defRPr>
            </a:lvl8pPr>
            <a:lvl9pPr lvl="8" algn="ctr" rtl="0">
              <a:lnSpc>
                <a:spcPct val="100000"/>
              </a:lnSpc>
              <a:spcBef>
                <a:spcPts val="0"/>
              </a:spcBef>
              <a:spcAft>
                <a:spcPts val="0"/>
              </a:spcAft>
              <a:buNone/>
              <a:defRPr sz="2300" b="0">
                <a:solidFill>
                  <a:schemeClr val="accent2"/>
                </a:solidFill>
                <a:latin typeface="DM Serif Display"/>
                <a:ea typeface="DM Serif Display"/>
                <a:cs typeface="DM Serif Display"/>
                <a:sym typeface="DM Serif Display"/>
              </a:defRPr>
            </a:lvl9pPr>
          </a:lstStyle>
          <a:p>
            <a:endParaRPr/>
          </a:p>
        </p:txBody>
      </p:sp>
      <p:sp>
        <p:nvSpPr>
          <p:cNvPr id="85" name="Google Shape;85;p15"/>
          <p:cNvSpPr txBox="1">
            <a:spLocks noGrp="1"/>
          </p:cNvSpPr>
          <p:nvPr>
            <p:ph type="title"/>
          </p:nvPr>
        </p:nvSpPr>
        <p:spPr>
          <a:xfrm>
            <a:off x="707275" y="492275"/>
            <a:ext cx="7729500" cy="678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300"/>
              <a:buNone/>
              <a:defRPr b="0"/>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Only 1">
  <p:cSld name="TITLE_ONLY_1_1_1_1_1">
    <p:spTree>
      <p:nvGrpSpPr>
        <p:cNvPr id="1" name="Shape 99"/>
        <p:cNvGrpSpPr/>
        <p:nvPr/>
      </p:nvGrpSpPr>
      <p:grpSpPr>
        <a:xfrm>
          <a:off x="0" y="0"/>
          <a:ext cx="0" cy="0"/>
          <a:chOff x="0" y="0"/>
          <a:chExt cx="0" cy="0"/>
        </a:xfrm>
      </p:grpSpPr>
      <p:pic>
        <p:nvPicPr>
          <p:cNvPr id="100" name="Google Shape;100;p17"/>
          <p:cNvPicPr preferRelativeResize="0"/>
          <p:nvPr/>
        </p:nvPicPr>
        <p:blipFill rotWithShape="1">
          <a:blip r:embed="rId2">
            <a:alphaModFix/>
          </a:blip>
          <a:srcRect l="29" r="39"/>
          <a:stretch/>
        </p:blipFill>
        <p:spPr>
          <a:xfrm>
            <a:off x="0" y="3622"/>
            <a:ext cx="9144000" cy="5136257"/>
          </a:xfrm>
          <a:prstGeom prst="rect">
            <a:avLst/>
          </a:prstGeom>
          <a:noFill/>
          <a:ln>
            <a:noFill/>
          </a:ln>
        </p:spPr>
      </p:pic>
      <p:sp>
        <p:nvSpPr>
          <p:cNvPr id="101" name="Google Shape;101;p17"/>
          <p:cNvSpPr txBox="1">
            <a:spLocks noGrp="1"/>
          </p:cNvSpPr>
          <p:nvPr>
            <p:ph type="title"/>
          </p:nvPr>
        </p:nvSpPr>
        <p:spPr>
          <a:xfrm>
            <a:off x="700800" y="491825"/>
            <a:ext cx="7742400" cy="656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300"/>
              <a:buNone/>
              <a:defRPr b="0"/>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Only 2">
  <p:cSld name="TITLE_ONLY_1_1_1_1_1_1">
    <p:spTree>
      <p:nvGrpSpPr>
        <p:cNvPr id="1" name="Shape 102"/>
        <p:cNvGrpSpPr/>
        <p:nvPr/>
      </p:nvGrpSpPr>
      <p:grpSpPr>
        <a:xfrm>
          <a:off x="0" y="0"/>
          <a:ext cx="0" cy="0"/>
          <a:chOff x="0" y="0"/>
          <a:chExt cx="0" cy="0"/>
        </a:xfrm>
      </p:grpSpPr>
      <p:pic>
        <p:nvPicPr>
          <p:cNvPr id="103" name="Google Shape;103;p18"/>
          <p:cNvPicPr preferRelativeResize="0"/>
          <p:nvPr/>
        </p:nvPicPr>
        <p:blipFill rotWithShape="1">
          <a:blip r:embed="rId2">
            <a:alphaModFix/>
          </a:blip>
          <a:srcRect t="59" b="59"/>
          <a:stretch/>
        </p:blipFill>
        <p:spPr>
          <a:xfrm>
            <a:off x="0" y="3622"/>
            <a:ext cx="9144001" cy="5136258"/>
          </a:xfrm>
          <a:prstGeom prst="rect">
            <a:avLst/>
          </a:prstGeom>
          <a:noFill/>
          <a:ln>
            <a:noFill/>
          </a:ln>
        </p:spPr>
      </p:pic>
      <p:sp>
        <p:nvSpPr>
          <p:cNvPr id="104" name="Google Shape;104;p18"/>
          <p:cNvSpPr txBox="1">
            <a:spLocks noGrp="1"/>
          </p:cNvSpPr>
          <p:nvPr>
            <p:ph type="title"/>
          </p:nvPr>
        </p:nvSpPr>
        <p:spPr>
          <a:xfrm>
            <a:off x="700800" y="491825"/>
            <a:ext cx="7742400" cy="656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300"/>
              <a:buNone/>
              <a:defRPr b="0"/>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Quote">
  <p:cSld name="ONE_COLUMN_TEXT_2_1_1">
    <p:spTree>
      <p:nvGrpSpPr>
        <p:cNvPr id="1" name="Shape 105"/>
        <p:cNvGrpSpPr/>
        <p:nvPr/>
      </p:nvGrpSpPr>
      <p:grpSpPr>
        <a:xfrm>
          <a:off x="0" y="0"/>
          <a:ext cx="0" cy="0"/>
          <a:chOff x="0" y="0"/>
          <a:chExt cx="0" cy="0"/>
        </a:xfrm>
      </p:grpSpPr>
      <p:pic>
        <p:nvPicPr>
          <p:cNvPr id="106" name="Google Shape;106;p19"/>
          <p:cNvPicPr preferRelativeResize="0"/>
          <p:nvPr/>
        </p:nvPicPr>
        <p:blipFill rotWithShape="1">
          <a:blip r:embed="rId2">
            <a:alphaModFix/>
          </a:blip>
          <a:srcRect t="29" b="19"/>
          <a:stretch/>
        </p:blipFill>
        <p:spPr>
          <a:xfrm>
            <a:off x="0" y="3622"/>
            <a:ext cx="9144000" cy="5136258"/>
          </a:xfrm>
          <a:prstGeom prst="rect">
            <a:avLst/>
          </a:prstGeom>
          <a:noFill/>
          <a:ln>
            <a:noFill/>
          </a:ln>
        </p:spPr>
      </p:pic>
      <p:sp>
        <p:nvSpPr>
          <p:cNvPr id="107" name="Google Shape;107;p19"/>
          <p:cNvSpPr txBox="1">
            <a:spLocks noGrp="1"/>
          </p:cNvSpPr>
          <p:nvPr>
            <p:ph type="subTitle" idx="1"/>
          </p:nvPr>
        </p:nvSpPr>
        <p:spPr>
          <a:xfrm>
            <a:off x="4009725" y="1500688"/>
            <a:ext cx="4526400" cy="1632300"/>
          </a:xfrm>
          <a:prstGeom prst="rect">
            <a:avLst/>
          </a:prstGeom>
          <a:noFill/>
        </p:spPr>
        <p:txBody>
          <a:bodyPr spcFirstLastPara="1" wrap="square" lIns="91425" tIns="91425" rIns="91425" bIns="91425" anchor="t" anchorCtr="0">
            <a:noAutofit/>
          </a:bodyPr>
          <a:lstStyle>
            <a:lvl1pPr lvl="0" algn="r" rtl="0">
              <a:lnSpc>
                <a:spcPct val="100000"/>
              </a:lnSpc>
              <a:spcBef>
                <a:spcPts val="0"/>
              </a:spcBef>
              <a:spcAft>
                <a:spcPts val="0"/>
              </a:spcAft>
              <a:buSzPts val="2800"/>
              <a:buNone/>
              <a:defRPr sz="2300" b="0">
                <a:solidFill>
                  <a:schemeClr val="accent2"/>
                </a:solidFill>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108" name="Google Shape;108;p19"/>
          <p:cNvSpPr txBox="1">
            <a:spLocks noGrp="1"/>
          </p:cNvSpPr>
          <p:nvPr>
            <p:ph type="title"/>
          </p:nvPr>
        </p:nvSpPr>
        <p:spPr>
          <a:xfrm>
            <a:off x="6539800" y="3092413"/>
            <a:ext cx="1996200" cy="429900"/>
          </a:xfrm>
          <a:prstGeom prst="rect">
            <a:avLst/>
          </a:prstGeom>
        </p:spPr>
        <p:txBody>
          <a:bodyPr spcFirstLastPara="1" wrap="square" lIns="91425" tIns="91425" rIns="91425" bIns="91425" anchor="ctr" anchorCtr="0">
            <a:noAutofit/>
          </a:bodyPr>
          <a:lstStyle>
            <a:lvl1pPr lvl="0" algn="r">
              <a:spcBef>
                <a:spcPts val="0"/>
              </a:spcBef>
              <a:spcAft>
                <a:spcPts val="0"/>
              </a:spcAft>
              <a:buNone/>
              <a:defRPr sz="2300" b="0"/>
            </a:lvl1pPr>
            <a:lvl2pPr lvl="1" algn="r">
              <a:spcBef>
                <a:spcPts val="0"/>
              </a:spcBef>
              <a:spcAft>
                <a:spcPts val="0"/>
              </a:spcAft>
              <a:buNone/>
              <a:defRPr sz="2300" b="0"/>
            </a:lvl2pPr>
            <a:lvl3pPr lvl="2" algn="r">
              <a:spcBef>
                <a:spcPts val="0"/>
              </a:spcBef>
              <a:spcAft>
                <a:spcPts val="0"/>
              </a:spcAft>
              <a:buNone/>
              <a:defRPr sz="2300" b="0"/>
            </a:lvl3pPr>
            <a:lvl4pPr lvl="3" algn="r">
              <a:spcBef>
                <a:spcPts val="0"/>
              </a:spcBef>
              <a:spcAft>
                <a:spcPts val="0"/>
              </a:spcAft>
              <a:buNone/>
              <a:defRPr sz="2300" b="0"/>
            </a:lvl4pPr>
            <a:lvl5pPr lvl="4" algn="r">
              <a:spcBef>
                <a:spcPts val="0"/>
              </a:spcBef>
              <a:spcAft>
                <a:spcPts val="0"/>
              </a:spcAft>
              <a:buNone/>
              <a:defRPr sz="2300" b="0"/>
            </a:lvl5pPr>
            <a:lvl6pPr lvl="5" algn="r">
              <a:spcBef>
                <a:spcPts val="0"/>
              </a:spcBef>
              <a:spcAft>
                <a:spcPts val="0"/>
              </a:spcAft>
              <a:buNone/>
              <a:defRPr sz="2300" b="0"/>
            </a:lvl6pPr>
            <a:lvl7pPr lvl="6" algn="r">
              <a:spcBef>
                <a:spcPts val="0"/>
              </a:spcBef>
              <a:spcAft>
                <a:spcPts val="0"/>
              </a:spcAft>
              <a:buNone/>
              <a:defRPr sz="2300" b="0"/>
            </a:lvl7pPr>
            <a:lvl8pPr lvl="7" algn="r">
              <a:spcBef>
                <a:spcPts val="0"/>
              </a:spcBef>
              <a:spcAft>
                <a:spcPts val="0"/>
              </a:spcAft>
              <a:buNone/>
              <a:defRPr sz="2300" b="0"/>
            </a:lvl8pPr>
            <a:lvl9pPr lvl="8" algn="r">
              <a:spcBef>
                <a:spcPts val="0"/>
              </a:spcBef>
              <a:spcAft>
                <a:spcPts val="0"/>
              </a:spcAft>
              <a:buNone/>
              <a:defRPr sz="2300" b="0"/>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Four Columns">
  <p:cSld name="CUSTOM_1">
    <p:spTree>
      <p:nvGrpSpPr>
        <p:cNvPr id="1" name="Shape 113"/>
        <p:cNvGrpSpPr/>
        <p:nvPr/>
      </p:nvGrpSpPr>
      <p:grpSpPr>
        <a:xfrm>
          <a:off x="0" y="0"/>
          <a:ext cx="0" cy="0"/>
          <a:chOff x="0" y="0"/>
          <a:chExt cx="0" cy="0"/>
        </a:xfrm>
      </p:grpSpPr>
      <p:pic>
        <p:nvPicPr>
          <p:cNvPr id="114" name="Google Shape;114;p21"/>
          <p:cNvPicPr preferRelativeResize="0"/>
          <p:nvPr/>
        </p:nvPicPr>
        <p:blipFill rotWithShape="1">
          <a:blip r:embed="rId2">
            <a:alphaModFix/>
          </a:blip>
          <a:srcRect t="59" b="59"/>
          <a:stretch/>
        </p:blipFill>
        <p:spPr>
          <a:xfrm>
            <a:off x="0" y="3622"/>
            <a:ext cx="9144001" cy="5136258"/>
          </a:xfrm>
          <a:prstGeom prst="rect">
            <a:avLst/>
          </a:prstGeom>
          <a:noFill/>
          <a:ln>
            <a:noFill/>
          </a:ln>
        </p:spPr>
      </p:pic>
      <p:sp>
        <p:nvSpPr>
          <p:cNvPr id="115" name="Google Shape;115;p21"/>
          <p:cNvSpPr txBox="1">
            <a:spLocks noGrp="1"/>
          </p:cNvSpPr>
          <p:nvPr>
            <p:ph type="title"/>
          </p:nvPr>
        </p:nvSpPr>
        <p:spPr>
          <a:xfrm>
            <a:off x="696325" y="493500"/>
            <a:ext cx="7751400" cy="572700"/>
          </a:xfrm>
          <a:prstGeom prst="rect">
            <a:avLst/>
          </a:prstGeom>
          <a:noFill/>
        </p:spPr>
        <p:txBody>
          <a:bodyPr spcFirstLastPara="1" wrap="square" lIns="91425" tIns="91425" rIns="91425" bIns="91425" anchor="t" anchorCtr="0">
            <a:noAutofit/>
          </a:bodyPr>
          <a:lstStyle>
            <a:lvl1pPr lvl="0" algn="ctr" rtl="0">
              <a:spcBef>
                <a:spcPts val="0"/>
              </a:spcBef>
              <a:spcAft>
                <a:spcPts val="0"/>
              </a:spcAft>
              <a:buSzPts val="3300"/>
              <a:buNone/>
              <a:defRPr b="0"/>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
        <p:nvSpPr>
          <p:cNvPr id="116" name="Google Shape;116;p21"/>
          <p:cNvSpPr txBox="1">
            <a:spLocks noGrp="1"/>
          </p:cNvSpPr>
          <p:nvPr>
            <p:ph type="title" idx="2"/>
          </p:nvPr>
        </p:nvSpPr>
        <p:spPr>
          <a:xfrm>
            <a:off x="2108352" y="1605920"/>
            <a:ext cx="2047200" cy="492900"/>
          </a:xfrm>
          <a:prstGeom prst="rect">
            <a:avLst/>
          </a:prstGeom>
        </p:spPr>
        <p:txBody>
          <a:bodyPr spcFirstLastPara="1" wrap="square" lIns="91425" tIns="91425" rIns="91425" bIns="91425" anchor="ctr" anchorCtr="0">
            <a:noAutofit/>
          </a:bodyPr>
          <a:lstStyle>
            <a:lvl1pPr lvl="0" algn="r" rtl="0">
              <a:lnSpc>
                <a:spcPct val="115000"/>
              </a:lnSpc>
              <a:spcBef>
                <a:spcPts val="0"/>
              </a:spcBef>
              <a:spcAft>
                <a:spcPts val="0"/>
              </a:spcAft>
              <a:buSzPts val="2000"/>
              <a:buNone/>
              <a:defRPr sz="2300" b="0">
                <a:solidFill>
                  <a:schemeClr val="accent2"/>
                </a:solidFill>
              </a:defRPr>
            </a:lvl1pPr>
            <a:lvl2pPr lvl="1" algn="r" rtl="0">
              <a:spcBef>
                <a:spcPts val="0"/>
              </a:spcBef>
              <a:spcAft>
                <a:spcPts val="0"/>
              </a:spcAft>
              <a:buSzPts val="2000"/>
              <a:buNone/>
              <a:defRPr sz="2000"/>
            </a:lvl2pPr>
            <a:lvl3pPr lvl="2" algn="r" rtl="0">
              <a:spcBef>
                <a:spcPts val="0"/>
              </a:spcBef>
              <a:spcAft>
                <a:spcPts val="0"/>
              </a:spcAft>
              <a:buSzPts val="2000"/>
              <a:buNone/>
              <a:defRPr sz="2000"/>
            </a:lvl3pPr>
            <a:lvl4pPr lvl="3" algn="r" rtl="0">
              <a:spcBef>
                <a:spcPts val="0"/>
              </a:spcBef>
              <a:spcAft>
                <a:spcPts val="0"/>
              </a:spcAft>
              <a:buSzPts val="2000"/>
              <a:buNone/>
              <a:defRPr sz="2000"/>
            </a:lvl4pPr>
            <a:lvl5pPr lvl="4" algn="r" rtl="0">
              <a:spcBef>
                <a:spcPts val="0"/>
              </a:spcBef>
              <a:spcAft>
                <a:spcPts val="0"/>
              </a:spcAft>
              <a:buSzPts val="2000"/>
              <a:buNone/>
              <a:defRPr sz="2000"/>
            </a:lvl5pPr>
            <a:lvl6pPr lvl="5" algn="r" rtl="0">
              <a:spcBef>
                <a:spcPts val="0"/>
              </a:spcBef>
              <a:spcAft>
                <a:spcPts val="0"/>
              </a:spcAft>
              <a:buSzPts val="2000"/>
              <a:buNone/>
              <a:defRPr sz="2000"/>
            </a:lvl6pPr>
            <a:lvl7pPr lvl="6" algn="r" rtl="0">
              <a:spcBef>
                <a:spcPts val="0"/>
              </a:spcBef>
              <a:spcAft>
                <a:spcPts val="0"/>
              </a:spcAft>
              <a:buSzPts val="2000"/>
              <a:buNone/>
              <a:defRPr sz="2000"/>
            </a:lvl7pPr>
            <a:lvl8pPr lvl="7" algn="r" rtl="0">
              <a:spcBef>
                <a:spcPts val="0"/>
              </a:spcBef>
              <a:spcAft>
                <a:spcPts val="0"/>
              </a:spcAft>
              <a:buSzPts val="2000"/>
              <a:buNone/>
              <a:defRPr sz="2000"/>
            </a:lvl8pPr>
            <a:lvl9pPr lvl="8" algn="r" rtl="0">
              <a:spcBef>
                <a:spcPts val="0"/>
              </a:spcBef>
              <a:spcAft>
                <a:spcPts val="0"/>
              </a:spcAft>
              <a:buSzPts val="2000"/>
              <a:buNone/>
              <a:defRPr sz="2000"/>
            </a:lvl9pPr>
          </a:lstStyle>
          <a:p>
            <a:endParaRPr/>
          </a:p>
        </p:txBody>
      </p:sp>
      <p:sp>
        <p:nvSpPr>
          <p:cNvPr id="117" name="Google Shape;117;p21"/>
          <p:cNvSpPr txBox="1">
            <a:spLocks noGrp="1"/>
          </p:cNvSpPr>
          <p:nvPr>
            <p:ph type="subTitle" idx="1"/>
          </p:nvPr>
        </p:nvSpPr>
        <p:spPr>
          <a:xfrm>
            <a:off x="2108325" y="2007259"/>
            <a:ext cx="2047200" cy="6792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600"/>
              <a:buNone/>
              <a:defRPr sz="1400" b="0"/>
            </a:lvl1pPr>
            <a:lvl2pPr lvl="1" algn="r" rtl="0">
              <a:lnSpc>
                <a:spcPct val="100000"/>
              </a:lnSpc>
              <a:spcBef>
                <a:spcPts val="0"/>
              </a:spcBef>
              <a:spcAft>
                <a:spcPts val="0"/>
              </a:spcAft>
              <a:buSzPts val="2100"/>
              <a:buNone/>
              <a:defRPr sz="2100"/>
            </a:lvl2pPr>
            <a:lvl3pPr lvl="2" algn="r" rtl="0">
              <a:lnSpc>
                <a:spcPct val="100000"/>
              </a:lnSpc>
              <a:spcBef>
                <a:spcPts val="0"/>
              </a:spcBef>
              <a:spcAft>
                <a:spcPts val="0"/>
              </a:spcAft>
              <a:buSzPts val="2100"/>
              <a:buNone/>
              <a:defRPr sz="2100"/>
            </a:lvl3pPr>
            <a:lvl4pPr lvl="3" algn="r" rtl="0">
              <a:lnSpc>
                <a:spcPct val="100000"/>
              </a:lnSpc>
              <a:spcBef>
                <a:spcPts val="0"/>
              </a:spcBef>
              <a:spcAft>
                <a:spcPts val="0"/>
              </a:spcAft>
              <a:buSzPts val="2100"/>
              <a:buNone/>
              <a:defRPr sz="2100"/>
            </a:lvl4pPr>
            <a:lvl5pPr lvl="4" algn="r" rtl="0">
              <a:lnSpc>
                <a:spcPct val="100000"/>
              </a:lnSpc>
              <a:spcBef>
                <a:spcPts val="0"/>
              </a:spcBef>
              <a:spcAft>
                <a:spcPts val="0"/>
              </a:spcAft>
              <a:buSzPts val="2100"/>
              <a:buNone/>
              <a:defRPr sz="2100"/>
            </a:lvl5pPr>
            <a:lvl6pPr lvl="5" algn="r" rtl="0">
              <a:lnSpc>
                <a:spcPct val="100000"/>
              </a:lnSpc>
              <a:spcBef>
                <a:spcPts val="0"/>
              </a:spcBef>
              <a:spcAft>
                <a:spcPts val="0"/>
              </a:spcAft>
              <a:buSzPts val="2100"/>
              <a:buNone/>
              <a:defRPr sz="2100"/>
            </a:lvl6pPr>
            <a:lvl7pPr lvl="6" algn="r" rtl="0">
              <a:lnSpc>
                <a:spcPct val="100000"/>
              </a:lnSpc>
              <a:spcBef>
                <a:spcPts val="0"/>
              </a:spcBef>
              <a:spcAft>
                <a:spcPts val="0"/>
              </a:spcAft>
              <a:buSzPts val="2100"/>
              <a:buNone/>
              <a:defRPr sz="2100"/>
            </a:lvl7pPr>
            <a:lvl8pPr lvl="7" algn="r" rtl="0">
              <a:lnSpc>
                <a:spcPct val="100000"/>
              </a:lnSpc>
              <a:spcBef>
                <a:spcPts val="0"/>
              </a:spcBef>
              <a:spcAft>
                <a:spcPts val="0"/>
              </a:spcAft>
              <a:buSzPts val="2100"/>
              <a:buNone/>
              <a:defRPr sz="2100"/>
            </a:lvl8pPr>
            <a:lvl9pPr lvl="8" algn="r" rtl="0">
              <a:lnSpc>
                <a:spcPct val="100000"/>
              </a:lnSpc>
              <a:spcBef>
                <a:spcPts val="0"/>
              </a:spcBef>
              <a:spcAft>
                <a:spcPts val="0"/>
              </a:spcAft>
              <a:buSzPts val="2100"/>
              <a:buNone/>
              <a:defRPr sz="2100"/>
            </a:lvl9pPr>
          </a:lstStyle>
          <a:p>
            <a:endParaRPr/>
          </a:p>
        </p:txBody>
      </p:sp>
      <p:sp>
        <p:nvSpPr>
          <p:cNvPr id="118" name="Google Shape;118;p21"/>
          <p:cNvSpPr txBox="1">
            <a:spLocks noGrp="1"/>
          </p:cNvSpPr>
          <p:nvPr>
            <p:ph type="title" idx="3"/>
          </p:nvPr>
        </p:nvSpPr>
        <p:spPr>
          <a:xfrm>
            <a:off x="4988537" y="1605912"/>
            <a:ext cx="2047200" cy="492900"/>
          </a:xfrm>
          <a:prstGeom prst="rect">
            <a:avLst/>
          </a:prstGeom>
        </p:spPr>
        <p:txBody>
          <a:bodyPr spcFirstLastPara="1" wrap="square" lIns="91425" tIns="91425" rIns="91425" bIns="91425" anchor="ctr" anchorCtr="0">
            <a:noAutofit/>
          </a:bodyPr>
          <a:lstStyle>
            <a:lvl1pPr lvl="0" rtl="0">
              <a:spcBef>
                <a:spcPts val="0"/>
              </a:spcBef>
              <a:spcAft>
                <a:spcPts val="0"/>
              </a:spcAft>
              <a:buSzPts val="2000"/>
              <a:buNone/>
              <a:defRPr sz="2300" b="0">
                <a:solidFill>
                  <a:schemeClr val="accent2"/>
                </a:solidFill>
              </a:defRPr>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endParaRPr/>
          </a:p>
        </p:txBody>
      </p:sp>
      <p:sp>
        <p:nvSpPr>
          <p:cNvPr id="119" name="Google Shape;119;p21"/>
          <p:cNvSpPr txBox="1">
            <a:spLocks noGrp="1"/>
          </p:cNvSpPr>
          <p:nvPr>
            <p:ph type="subTitle" idx="4"/>
          </p:nvPr>
        </p:nvSpPr>
        <p:spPr>
          <a:xfrm>
            <a:off x="4988537" y="2007259"/>
            <a:ext cx="2047200" cy="679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None/>
              <a:defRPr sz="1400" b="0"/>
            </a:lvl1pPr>
            <a:lvl2pPr lvl="1" rtl="0">
              <a:lnSpc>
                <a:spcPct val="100000"/>
              </a:lnSpc>
              <a:spcBef>
                <a:spcPts val="0"/>
              </a:spcBef>
              <a:spcAft>
                <a:spcPts val="0"/>
              </a:spcAft>
              <a:buSzPts val="2100"/>
              <a:buNone/>
              <a:defRPr sz="2100"/>
            </a:lvl2pPr>
            <a:lvl3pPr lvl="2" rtl="0">
              <a:lnSpc>
                <a:spcPct val="100000"/>
              </a:lnSpc>
              <a:spcBef>
                <a:spcPts val="0"/>
              </a:spcBef>
              <a:spcAft>
                <a:spcPts val="0"/>
              </a:spcAft>
              <a:buSzPts val="2100"/>
              <a:buNone/>
              <a:defRPr sz="2100"/>
            </a:lvl3pPr>
            <a:lvl4pPr lvl="3" rtl="0">
              <a:lnSpc>
                <a:spcPct val="100000"/>
              </a:lnSpc>
              <a:spcBef>
                <a:spcPts val="0"/>
              </a:spcBef>
              <a:spcAft>
                <a:spcPts val="0"/>
              </a:spcAft>
              <a:buSzPts val="2100"/>
              <a:buNone/>
              <a:defRPr sz="2100"/>
            </a:lvl4pPr>
            <a:lvl5pPr lvl="4" rtl="0">
              <a:lnSpc>
                <a:spcPct val="100000"/>
              </a:lnSpc>
              <a:spcBef>
                <a:spcPts val="0"/>
              </a:spcBef>
              <a:spcAft>
                <a:spcPts val="0"/>
              </a:spcAft>
              <a:buSzPts val="2100"/>
              <a:buNone/>
              <a:defRPr sz="2100"/>
            </a:lvl5pPr>
            <a:lvl6pPr lvl="5" rtl="0">
              <a:lnSpc>
                <a:spcPct val="100000"/>
              </a:lnSpc>
              <a:spcBef>
                <a:spcPts val="0"/>
              </a:spcBef>
              <a:spcAft>
                <a:spcPts val="0"/>
              </a:spcAft>
              <a:buSzPts val="2100"/>
              <a:buNone/>
              <a:defRPr sz="2100"/>
            </a:lvl6pPr>
            <a:lvl7pPr lvl="6" rtl="0">
              <a:lnSpc>
                <a:spcPct val="100000"/>
              </a:lnSpc>
              <a:spcBef>
                <a:spcPts val="0"/>
              </a:spcBef>
              <a:spcAft>
                <a:spcPts val="0"/>
              </a:spcAft>
              <a:buSzPts val="2100"/>
              <a:buNone/>
              <a:defRPr sz="2100"/>
            </a:lvl7pPr>
            <a:lvl8pPr lvl="7" rtl="0">
              <a:lnSpc>
                <a:spcPct val="100000"/>
              </a:lnSpc>
              <a:spcBef>
                <a:spcPts val="0"/>
              </a:spcBef>
              <a:spcAft>
                <a:spcPts val="0"/>
              </a:spcAft>
              <a:buSzPts val="2100"/>
              <a:buNone/>
              <a:defRPr sz="2100"/>
            </a:lvl8pPr>
            <a:lvl9pPr lvl="8" rtl="0">
              <a:lnSpc>
                <a:spcPct val="100000"/>
              </a:lnSpc>
              <a:spcBef>
                <a:spcPts val="0"/>
              </a:spcBef>
              <a:spcAft>
                <a:spcPts val="0"/>
              </a:spcAft>
              <a:buSzPts val="2100"/>
              <a:buNone/>
              <a:defRPr sz="2100"/>
            </a:lvl9pPr>
          </a:lstStyle>
          <a:p>
            <a:endParaRPr/>
          </a:p>
        </p:txBody>
      </p:sp>
      <p:sp>
        <p:nvSpPr>
          <p:cNvPr id="120" name="Google Shape;120;p21"/>
          <p:cNvSpPr txBox="1">
            <a:spLocks noGrp="1"/>
          </p:cNvSpPr>
          <p:nvPr>
            <p:ph type="title" idx="5"/>
          </p:nvPr>
        </p:nvSpPr>
        <p:spPr>
          <a:xfrm>
            <a:off x="2108352" y="3148678"/>
            <a:ext cx="2047200" cy="4929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2000"/>
              <a:buNone/>
              <a:defRPr sz="2300" b="0">
                <a:solidFill>
                  <a:schemeClr val="accent2"/>
                </a:solidFill>
              </a:defRPr>
            </a:lvl1pPr>
            <a:lvl2pPr lvl="1" algn="r" rtl="0">
              <a:spcBef>
                <a:spcPts val="0"/>
              </a:spcBef>
              <a:spcAft>
                <a:spcPts val="0"/>
              </a:spcAft>
              <a:buSzPts val="2000"/>
              <a:buNone/>
              <a:defRPr sz="2000"/>
            </a:lvl2pPr>
            <a:lvl3pPr lvl="2" algn="r" rtl="0">
              <a:spcBef>
                <a:spcPts val="0"/>
              </a:spcBef>
              <a:spcAft>
                <a:spcPts val="0"/>
              </a:spcAft>
              <a:buSzPts val="2000"/>
              <a:buNone/>
              <a:defRPr sz="2000"/>
            </a:lvl3pPr>
            <a:lvl4pPr lvl="3" algn="r" rtl="0">
              <a:spcBef>
                <a:spcPts val="0"/>
              </a:spcBef>
              <a:spcAft>
                <a:spcPts val="0"/>
              </a:spcAft>
              <a:buSzPts val="2000"/>
              <a:buNone/>
              <a:defRPr sz="2000"/>
            </a:lvl4pPr>
            <a:lvl5pPr lvl="4" algn="r" rtl="0">
              <a:spcBef>
                <a:spcPts val="0"/>
              </a:spcBef>
              <a:spcAft>
                <a:spcPts val="0"/>
              </a:spcAft>
              <a:buSzPts val="2000"/>
              <a:buNone/>
              <a:defRPr sz="2000"/>
            </a:lvl5pPr>
            <a:lvl6pPr lvl="5" algn="r" rtl="0">
              <a:spcBef>
                <a:spcPts val="0"/>
              </a:spcBef>
              <a:spcAft>
                <a:spcPts val="0"/>
              </a:spcAft>
              <a:buSzPts val="2000"/>
              <a:buNone/>
              <a:defRPr sz="2000"/>
            </a:lvl6pPr>
            <a:lvl7pPr lvl="6" algn="r" rtl="0">
              <a:spcBef>
                <a:spcPts val="0"/>
              </a:spcBef>
              <a:spcAft>
                <a:spcPts val="0"/>
              </a:spcAft>
              <a:buSzPts val="2000"/>
              <a:buNone/>
              <a:defRPr sz="2000"/>
            </a:lvl7pPr>
            <a:lvl8pPr lvl="7" algn="r" rtl="0">
              <a:spcBef>
                <a:spcPts val="0"/>
              </a:spcBef>
              <a:spcAft>
                <a:spcPts val="0"/>
              </a:spcAft>
              <a:buSzPts val="2000"/>
              <a:buNone/>
              <a:defRPr sz="2000"/>
            </a:lvl8pPr>
            <a:lvl9pPr lvl="8" algn="r" rtl="0">
              <a:spcBef>
                <a:spcPts val="0"/>
              </a:spcBef>
              <a:spcAft>
                <a:spcPts val="0"/>
              </a:spcAft>
              <a:buSzPts val="2000"/>
              <a:buNone/>
              <a:defRPr sz="2000"/>
            </a:lvl9pPr>
          </a:lstStyle>
          <a:p>
            <a:endParaRPr/>
          </a:p>
        </p:txBody>
      </p:sp>
      <p:sp>
        <p:nvSpPr>
          <p:cNvPr id="121" name="Google Shape;121;p21"/>
          <p:cNvSpPr txBox="1">
            <a:spLocks noGrp="1"/>
          </p:cNvSpPr>
          <p:nvPr>
            <p:ph type="subTitle" idx="6"/>
          </p:nvPr>
        </p:nvSpPr>
        <p:spPr>
          <a:xfrm>
            <a:off x="2108325" y="3559111"/>
            <a:ext cx="2047200" cy="6792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600"/>
              <a:buNone/>
              <a:defRPr sz="1400" b="0"/>
            </a:lvl1pPr>
            <a:lvl2pPr lvl="1" algn="r" rtl="0">
              <a:lnSpc>
                <a:spcPct val="100000"/>
              </a:lnSpc>
              <a:spcBef>
                <a:spcPts val="0"/>
              </a:spcBef>
              <a:spcAft>
                <a:spcPts val="0"/>
              </a:spcAft>
              <a:buSzPts val="2100"/>
              <a:buNone/>
              <a:defRPr sz="2100"/>
            </a:lvl2pPr>
            <a:lvl3pPr lvl="2" algn="r" rtl="0">
              <a:lnSpc>
                <a:spcPct val="100000"/>
              </a:lnSpc>
              <a:spcBef>
                <a:spcPts val="0"/>
              </a:spcBef>
              <a:spcAft>
                <a:spcPts val="0"/>
              </a:spcAft>
              <a:buSzPts val="2100"/>
              <a:buNone/>
              <a:defRPr sz="2100"/>
            </a:lvl3pPr>
            <a:lvl4pPr lvl="3" algn="r" rtl="0">
              <a:lnSpc>
                <a:spcPct val="100000"/>
              </a:lnSpc>
              <a:spcBef>
                <a:spcPts val="0"/>
              </a:spcBef>
              <a:spcAft>
                <a:spcPts val="0"/>
              </a:spcAft>
              <a:buSzPts val="2100"/>
              <a:buNone/>
              <a:defRPr sz="2100"/>
            </a:lvl4pPr>
            <a:lvl5pPr lvl="4" algn="r" rtl="0">
              <a:lnSpc>
                <a:spcPct val="100000"/>
              </a:lnSpc>
              <a:spcBef>
                <a:spcPts val="0"/>
              </a:spcBef>
              <a:spcAft>
                <a:spcPts val="0"/>
              </a:spcAft>
              <a:buSzPts val="2100"/>
              <a:buNone/>
              <a:defRPr sz="2100"/>
            </a:lvl5pPr>
            <a:lvl6pPr lvl="5" algn="r" rtl="0">
              <a:lnSpc>
                <a:spcPct val="100000"/>
              </a:lnSpc>
              <a:spcBef>
                <a:spcPts val="0"/>
              </a:spcBef>
              <a:spcAft>
                <a:spcPts val="0"/>
              </a:spcAft>
              <a:buSzPts val="2100"/>
              <a:buNone/>
              <a:defRPr sz="2100"/>
            </a:lvl6pPr>
            <a:lvl7pPr lvl="6" algn="r" rtl="0">
              <a:lnSpc>
                <a:spcPct val="100000"/>
              </a:lnSpc>
              <a:spcBef>
                <a:spcPts val="0"/>
              </a:spcBef>
              <a:spcAft>
                <a:spcPts val="0"/>
              </a:spcAft>
              <a:buSzPts val="2100"/>
              <a:buNone/>
              <a:defRPr sz="2100"/>
            </a:lvl7pPr>
            <a:lvl8pPr lvl="7" algn="r" rtl="0">
              <a:lnSpc>
                <a:spcPct val="100000"/>
              </a:lnSpc>
              <a:spcBef>
                <a:spcPts val="0"/>
              </a:spcBef>
              <a:spcAft>
                <a:spcPts val="0"/>
              </a:spcAft>
              <a:buSzPts val="2100"/>
              <a:buNone/>
              <a:defRPr sz="2100"/>
            </a:lvl8pPr>
            <a:lvl9pPr lvl="8" algn="r" rtl="0">
              <a:lnSpc>
                <a:spcPct val="100000"/>
              </a:lnSpc>
              <a:spcBef>
                <a:spcPts val="0"/>
              </a:spcBef>
              <a:spcAft>
                <a:spcPts val="0"/>
              </a:spcAft>
              <a:buSzPts val="2100"/>
              <a:buNone/>
              <a:defRPr sz="2100"/>
            </a:lvl9pPr>
          </a:lstStyle>
          <a:p>
            <a:endParaRPr/>
          </a:p>
        </p:txBody>
      </p:sp>
      <p:sp>
        <p:nvSpPr>
          <p:cNvPr id="122" name="Google Shape;122;p21"/>
          <p:cNvSpPr txBox="1">
            <a:spLocks noGrp="1"/>
          </p:cNvSpPr>
          <p:nvPr>
            <p:ph type="title" idx="7"/>
          </p:nvPr>
        </p:nvSpPr>
        <p:spPr>
          <a:xfrm>
            <a:off x="4988537" y="3145934"/>
            <a:ext cx="2047200" cy="492900"/>
          </a:xfrm>
          <a:prstGeom prst="rect">
            <a:avLst/>
          </a:prstGeom>
        </p:spPr>
        <p:txBody>
          <a:bodyPr spcFirstLastPara="1" wrap="square" lIns="91425" tIns="91425" rIns="91425" bIns="91425" anchor="ctr" anchorCtr="0">
            <a:noAutofit/>
          </a:bodyPr>
          <a:lstStyle>
            <a:lvl1pPr lvl="0" rtl="0">
              <a:spcBef>
                <a:spcPts val="0"/>
              </a:spcBef>
              <a:spcAft>
                <a:spcPts val="0"/>
              </a:spcAft>
              <a:buSzPts val="2000"/>
              <a:buNone/>
              <a:defRPr sz="2300" b="0">
                <a:solidFill>
                  <a:schemeClr val="accent2"/>
                </a:solidFill>
              </a:defRPr>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endParaRPr/>
          </a:p>
        </p:txBody>
      </p:sp>
      <p:sp>
        <p:nvSpPr>
          <p:cNvPr id="123" name="Google Shape;123;p21"/>
          <p:cNvSpPr txBox="1">
            <a:spLocks noGrp="1"/>
          </p:cNvSpPr>
          <p:nvPr>
            <p:ph type="subTitle" idx="8"/>
          </p:nvPr>
        </p:nvSpPr>
        <p:spPr>
          <a:xfrm>
            <a:off x="4988537" y="3559111"/>
            <a:ext cx="2047200" cy="679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None/>
              <a:defRPr sz="1400" b="0"/>
            </a:lvl1pPr>
            <a:lvl2pPr lvl="1" rtl="0">
              <a:lnSpc>
                <a:spcPct val="100000"/>
              </a:lnSpc>
              <a:spcBef>
                <a:spcPts val="0"/>
              </a:spcBef>
              <a:spcAft>
                <a:spcPts val="0"/>
              </a:spcAft>
              <a:buSzPts val="2100"/>
              <a:buNone/>
              <a:defRPr sz="2100"/>
            </a:lvl2pPr>
            <a:lvl3pPr lvl="2" rtl="0">
              <a:lnSpc>
                <a:spcPct val="100000"/>
              </a:lnSpc>
              <a:spcBef>
                <a:spcPts val="0"/>
              </a:spcBef>
              <a:spcAft>
                <a:spcPts val="0"/>
              </a:spcAft>
              <a:buSzPts val="2100"/>
              <a:buNone/>
              <a:defRPr sz="2100"/>
            </a:lvl3pPr>
            <a:lvl4pPr lvl="3" rtl="0">
              <a:lnSpc>
                <a:spcPct val="100000"/>
              </a:lnSpc>
              <a:spcBef>
                <a:spcPts val="0"/>
              </a:spcBef>
              <a:spcAft>
                <a:spcPts val="0"/>
              </a:spcAft>
              <a:buSzPts val="2100"/>
              <a:buNone/>
              <a:defRPr sz="2100"/>
            </a:lvl4pPr>
            <a:lvl5pPr lvl="4" rtl="0">
              <a:lnSpc>
                <a:spcPct val="100000"/>
              </a:lnSpc>
              <a:spcBef>
                <a:spcPts val="0"/>
              </a:spcBef>
              <a:spcAft>
                <a:spcPts val="0"/>
              </a:spcAft>
              <a:buSzPts val="2100"/>
              <a:buNone/>
              <a:defRPr sz="2100"/>
            </a:lvl5pPr>
            <a:lvl6pPr lvl="5" rtl="0">
              <a:lnSpc>
                <a:spcPct val="100000"/>
              </a:lnSpc>
              <a:spcBef>
                <a:spcPts val="0"/>
              </a:spcBef>
              <a:spcAft>
                <a:spcPts val="0"/>
              </a:spcAft>
              <a:buSzPts val="2100"/>
              <a:buNone/>
              <a:defRPr sz="2100"/>
            </a:lvl6pPr>
            <a:lvl7pPr lvl="6" rtl="0">
              <a:lnSpc>
                <a:spcPct val="100000"/>
              </a:lnSpc>
              <a:spcBef>
                <a:spcPts val="0"/>
              </a:spcBef>
              <a:spcAft>
                <a:spcPts val="0"/>
              </a:spcAft>
              <a:buSzPts val="2100"/>
              <a:buNone/>
              <a:defRPr sz="2100"/>
            </a:lvl7pPr>
            <a:lvl8pPr lvl="7" rtl="0">
              <a:lnSpc>
                <a:spcPct val="100000"/>
              </a:lnSpc>
              <a:spcBef>
                <a:spcPts val="0"/>
              </a:spcBef>
              <a:spcAft>
                <a:spcPts val="0"/>
              </a:spcAft>
              <a:buSzPts val="2100"/>
              <a:buNone/>
              <a:defRPr sz="2100"/>
            </a:lvl8pPr>
            <a:lvl9pPr lvl="8" rtl="0">
              <a:lnSpc>
                <a:spcPct val="100000"/>
              </a:lnSpc>
              <a:spcBef>
                <a:spcPts val="0"/>
              </a:spcBef>
              <a:spcAft>
                <a:spcPts val="0"/>
              </a:spcAft>
              <a:buSzPts val="2100"/>
              <a:buNone/>
              <a:defRPr sz="2100"/>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ackground">
  <p:cSld name="CUSTOM_5">
    <p:spTree>
      <p:nvGrpSpPr>
        <p:cNvPr id="1" name="Shape 178"/>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Background 1">
  <p:cSld name="CUSTOM_5_1">
    <p:spTree>
      <p:nvGrpSpPr>
        <p:cNvPr id="1" name="Shape 179"/>
        <p:cNvGrpSpPr/>
        <p:nvPr/>
      </p:nvGrpSpPr>
      <p:grpSpPr>
        <a:xfrm>
          <a:off x="0" y="0"/>
          <a:ext cx="0" cy="0"/>
          <a:chOff x="0" y="0"/>
          <a:chExt cx="0" cy="0"/>
        </a:xfrm>
      </p:grpSpPr>
      <p:pic>
        <p:nvPicPr>
          <p:cNvPr id="180" name="Google Shape;180;p30"/>
          <p:cNvPicPr preferRelativeResize="0"/>
          <p:nvPr/>
        </p:nvPicPr>
        <p:blipFill rotWithShape="1">
          <a:blip r:embed="rId2">
            <a:alphaModFix/>
          </a:blip>
          <a:srcRect l="59" r="59"/>
          <a:stretch/>
        </p:blipFill>
        <p:spPr>
          <a:xfrm>
            <a:off x="0" y="572"/>
            <a:ext cx="9144001" cy="5142357"/>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Background 2">
  <p:cSld name="CUSTOM_5_1_1">
    <p:spTree>
      <p:nvGrpSpPr>
        <p:cNvPr id="1" name="Shape 181"/>
        <p:cNvGrpSpPr/>
        <p:nvPr/>
      </p:nvGrpSpPr>
      <p:grpSpPr>
        <a:xfrm>
          <a:off x="0" y="0"/>
          <a:ext cx="0" cy="0"/>
          <a:chOff x="0" y="0"/>
          <a:chExt cx="0" cy="0"/>
        </a:xfrm>
      </p:grpSpPr>
      <p:pic>
        <p:nvPicPr>
          <p:cNvPr id="182" name="Google Shape;182;p31"/>
          <p:cNvPicPr preferRelativeResize="0"/>
          <p:nvPr/>
        </p:nvPicPr>
        <p:blipFill rotWithShape="1">
          <a:blip r:embed="rId2">
            <a:alphaModFix/>
          </a:blip>
          <a:srcRect/>
          <a:stretch/>
        </p:blipFill>
        <p:spPr>
          <a:xfrm>
            <a:off x="0" y="3622"/>
            <a:ext cx="9144001" cy="5136257"/>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ackground 3">
  <p:cSld name="CUSTOM_5_1_1_1">
    <p:spTree>
      <p:nvGrpSpPr>
        <p:cNvPr id="1" name="Shape 183"/>
        <p:cNvGrpSpPr/>
        <p:nvPr/>
      </p:nvGrpSpPr>
      <p:grpSpPr>
        <a:xfrm>
          <a:off x="0" y="0"/>
          <a:ext cx="0" cy="0"/>
          <a:chOff x="0" y="0"/>
          <a:chExt cx="0" cy="0"/>
        </a:xfrm>
      </p:grpSpPr>
      <p:pic>
        <p:nvPicPr>
          <p:cNvPr id="184" name="Google Shape;184;p32"/>
          <p:cNvPicPr preferRelativeResize="0"/>
          <p:nvPr/>
        </p:nvPicPr>
        <p:blipFill rotWithShape="1">
          <a:blip r:embed="rId2">
            <a:alphaModFix/>
          </a:blip>
          <a:srcRect t="59" b="59"/>
          <a:stretch/>
        </p:blipFill>
        <p:spPr>
          <a:xfrm>
            <a:off x="0" y="3622"/>
            <a:ext cx="9144001" cy="5136258"/>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3300"/>
              <a:buFont typeface="DM Serif Display"/>
              <a:buNone/>
              <a:defRPr sz="3300" b="1">
                <a:solidFill>
                  <a:schemeClr val="dk1"/>
                </a:solidFill>
                <a:latin typeface="DM Serif Display"/>
                <a:ea typeface="DM Serif Display"/>
                <a:cs typeface="DM Serif Display"/>
                <a:sym typeface="DM Serif Display"/>
              </a:defRPr>
            </a:lvl1pPr>
            <a:lvl2pPr lvl="1">
              <a:spcBef>
                <a:spcPts val="0"/>
              </a:spcBef>
              <a:spcAft>
                <a:spcPts val="0"/>
              </a:spcAft>
              <a:buClr>
                <a:schemeClr val="dk1"/>
              </a:buClr>
              <a:buSzPts val="3200"/>
              <a:buFont typeface="DM Serif Display"/>
              <a:buNone/>
              <a:defRPr sz="3200">
                <a:solidFill>
                  <a:schemeClr val="dk1"/>
                </a:solidFill>
                <a:latin typeface="DM Serif Display"/>
                <a:ea typeface="DM Serif Display"/>
                <a:cs typeface="DM Serif Display"/>
                <a:sym typeface="DM Serif Display"/>
              </a:defRPr>
            </a:lvl2pPr>
            <a:lvl3pPr lvl="2">
              <a:spcBef>
                <a:spcPts val="0"/>
              </a:spcBef>
              <a:spcAft>
                <a:spcPts val="0"/>
              </a:spcAft>
              <a:buClr>
                <a:schemeClr val="dk1"/>
              </a:buClr>
              <a:buSzPts val="3200"/>
              <a:buFont typeface="DM Serif Display"/>
              <a:buNone/>
              <a:defRPr sz="3200">
                <a:solidFill>
                  <a:schemeClr val="dk1"/>
                </a:solidFill>
                <a:latin typeface="DM Serif Display"/>
                <a:ea typeface="DM Serif Display"/>
                <a:cs typeface="DM Serif Display"/>
                <a:sym typeface="DM Serif Display"/>
              </a:defRPr>
            </a:lvl3pPr>
            <a:lvl4pPr lvl="3">
              <a:spcBef>
                <a:spcPts val="0"/>
              </a:spcBef>
              <a:spcAft>
                <a:spcPts val="0"/>
              </a:spcAft>
              <a:buClr>
                <a:schemeClr val="dk1"/>
              </a:buClr>
              <a:buSzPts val="3200"/>
              <a:buFont typeface="DM Serif Display"/>
              <a:buNone/>
              <a:defRPr sz="3200">
                <a:solidFill>
                  <a:schemeClr val="dk1"/>
                </a:solidFill>
                <a:latin typeface="DM Serif Display"/>
                <a:ea typeface="DM Serif Display"/>
                <a:cs typeface="DM Serif Display"/>
                <a:sym typeface="DM Serif Display"/>
              </a:defRPr>
            </a:lvl4pPr>
            <a:lvl5pPr lvl="4">
              <a:spcBef>
                <a:spcPts val="0"/>
              </a:spcBef>
              <a:spcAft>
                <a:spcPts val="0"/>
              </a:spcAft>
              <a:buClr>
                <a:schemeClr val="dk1"/>
              </a:buClr>
              <a:buSzPts val="3200"/>
              <a:buFont typeface="DM Serif Display"/>
              <a:buNone/>
              <a:defRPr sz="3200">
                <a:solidFill>
                  <a:schemeClr val="dk1"/>
                </a:solidFill>
                <a:latin typeface="DM Serif Display"/>
                <a:ea typeface="DM Serif Display"/>
                <a:cs typeface="DM Serif Display"/>
                <a:sym typeface="DM Serif Display"/>
              </a:defRPr>
            </a:lvl5pPr>
            <a:lvl6pPr lvl="5">
              <a:spcBef>
                <a:spcPts val="0"/>
              </a:spcBef>
              <a:spcAft>
                <a:spcPts val="0"/>
              </a:spcAft>
              <a:buClr>
                <a:schemeClr val="dk1"/>
              </a:buClr>
              <a:buSzPts val="3200"/>
              <a:buFont typeface="DM Serif Display"/>
              <a:buNone/>
              <a:defRPr sz="3200">
                <a:solidFill>
                  <a:schemeClr val="dk1"/>
                </a:solidFill>
                <a:latin typeface="DM Serif Display"/>
                <a:ea typeface="DM Serif Display"/>
                <a:cs typeface="DM Serif Display"/>
                <a:sym typeface="DM Serif Display"/>
              </a:defRPr>
            </a:lvl6pPr>
            <a:lvl7pPr lvl="6">
              <a:spcBef>
                <a:spcPts val="0"/>
              </a:spcBef>
              <a:spcAft>
                <a:spcPts val="0"/>
              </a:spcAft>
              <a:buClr>
                <a:schemeClr val="dk1"/>
              </a:buClr>
              <a:buSzPts val="3200"/>
              <a:buFont typeface="DM Serif Display"/>
              <a:buNone/>
              <a:defRPr sz="3200">
                <a:solidFill>
                  <a:schemeClr val="dk1"/>
                </a:solidFill>
                <a:latin typeface="DM Serif Display"/>
                <a:ea typeface="DM Serif Display"/>
                <a:cs typeface="DM Serif Display"/>
                <a:sym typeface="DM Serif Display"/>
              </a:defRPr>
            </a:lvl7pPr>
            <a:lvl8pPr lvl="7">
              <a:spcBef>
                <a:spcPts val="0"/>
              </a:spcBef>
              <a:spcAft>
                <a:spcPts val="0"/>
              </a:spcAft>
              <a:buClr>
                <a:schemeClr val="dk1"/>
              </a:buClr>
              <a:buSzPts val="3200"/>
              <a:buFont typeface="DM Serif Display"/>
              <a:buNone/>
              <a:defRPr sz="3200">
                <a:solidFill>
                  <a:schemeClr val="dk1"/>
                </a:solidFill>
                <a:latin typeface="DM Serif Display"/>
                <a:ea typeface="DM Serif Display"/>
                <a:cs typeface="DM Serif Display"/>
                <a:sym typeface="DM Serif Display"/>
              </a:defRPr>
            </a:lvl8pPr>
            <a:lvl9pPr lvl="8">
              <a:spcBef>
                <a:spcPts val="0"/>
              </a:spcBef>
              <a:spcAft>
                <a:spcPts val="0"/>
              </a:spcAft>
              <a:buClr>
                <a:schemeClr val="dk1"/>
              </a:buClr>
              <a:buSzPts val="3200"/>
              <a:buFont typeface="DM Serif Display"/>
              <a:buNone/>
              <a:defRPr sz="3200">
                <a:solidFill>
                  <a:schemeClr val="dk1"/>
                </a:solidFill>
                <a:latin typeface="DM Serif Display"/>
                <a:ea typeface="DM Serif Display"/>
                <a:cs typeface="DM Serif Display"/>
                <a:sym typeface="DM Serif Display"/>
              </a:defRPr>
            </a:lvl9pPr>
          </a:lstStyle>
          <a:p>
            <a:endParaRPr/>
          </a:p>
        </p:txBody>
      </p:sp>
      <p:sp>
        <p:nvSpPr>
          <p:cNvPr id="7" name="Google Shape;7;p1"/>
          <p:cNvSpPr txBox="1">
            <a:spLocks noGrp="1"/>
          </p:cNvSpPr>
          <p:nvPr>
            <p:ph type="body" idx="1"/>
          </p:nvPr>
        </p:nvSpPr>
        <p:spPr>
          <a:xfrm>
            <a:off x="311700" y="1152475"/>
            <a:ext cx="6188100" cy="3416400"/>
          </a:xfrm>
          <a:prstGeom prst="rect">
            <a:avLst/>
          </a:prstGeom>
          <a:noFill/>
          <a:ln>
            <a:noFill/>
          </a:ln>
        </p:spPr>
        <p:txBody>
          <a:bodyPr spcFirstLastPara="1" wrap="square" lIns="91425" tIns="91425" rIns="91425" bIns="91425" anchor="t" anchorCtr="0">
            <a:noAutofit/>
          </a:bodyPr>
          <a:lstStyle>
            <a:lvl1pPr marL="457200" lvl="0" indent="-330200" rtl="0">
              <a:lnSpc>
                <a:spcPct val="115000"/>
              </a:lnSpc>
              <a:spcBef>
                <a:spcPts val="0"/>
              </a:spcBef>
              <a:spcAft>
                <a:spcPts val="0"/>
              </a:spcAft>
              <a:buClr>
                <a:schemeClr val="dk1"/>
              </a:buClr>
              <a:buSzPts val="1600"/>
              <a:buFont typeface="Didact Gothic"/>
              <a:buChar char="●"/>
              <a:defRPr sz="1600" b="1">
                <a:solidFill>
                  <a:schemeClr val="dk1"/>
                </a:solidFill>
                <a:latin typeface="Didact Gothic"/>
                <a:ea typeface="Didact Gothic"/>
                <a:cs typeface="Didact Gothic"/>
                <a:sym typeface="Didact Gothic"/>
              </a:defRPr>
            </a:lvl1pPr>
            <a:lvl2pPr marL="914400" lvl="1" indent="-317500" rtl="0">
              <a:lnSpc>
                <a:spcPct val="115000"/>
              </a:lnSpc>
              <a:spcBef>
                <a:spcPts val="160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2pPr>
            <a:lvl3pPr marL="1371600" lvl="2" indent="-317500" rtl="0">
              <a:lnSpc>
                <a:spcPct val="115000"/>
              </a:lnSpc>
              <a:spcBef>
                <a:spcPts val="160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3pPr>
            <a:lvl4pPr marL="1828800" lvl="3" indent="-317500" rtl="0">
              <a:lnSpc>
                <a:spcPct val="115000"/>
              </a:lnSpc>
              <a:spcBef>
                <a:spcPts val="160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4pPr>
            <a:lvl5pPr marL="2286000" lvl="4" indent="-317500" rtl="0">
              <a:lnSpc>
                <a:spcPct val="115000"/>
              </a:lnSpc>
              <a:spcBef>
                <a:spcPts val="160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5pPr>
            <a:lvl6pPr marL="2743200" lvl="5" indent="-317500" rtl="0">
              <a:lnSpc>
                <a:spcPct val="115000"/>
              </a:lnSpc>
              <a:spcBef>
                <a:spcPts val="160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6pPr>
            <a:lvl7pPr marL="3200400" lvl="6" indent="-317500" rtl="0">
              <a:lnSpc>
                <a:spcPct val="115000"/>
              </a:lnSpc>
              <a:spcBef>
                <a:spcPts val="160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7pPr>
            <a:lvl8pPr marL="3657600" lvl="7" indent="-317500" rtl="0">
              <a:lnSpc>
                <a:spcPct val="115000"/>
              </a:lnSpc>
              <a:spcBef>
                <a:spcPts val="160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8pPr>
            <a:lvl9pPr marL="4114800" lvl="8" indent="-317500" rtl="0">
              <a:lnSpc>
                <a:spcPct val="115000"/>
              </a:lnSpc>
              <a:spcBef>
                <a:spcPts val="1600"/>
              </a:spcBef>
              <a:spcAft>
                <a:spcPts val="1600"/>
              </a:spcAft>
              <a:buClr>
                <a:schemeClr val="dk1"/>
              </a:buClr>
              <a:buSzPts val="1400"/>
              <a:buFont typeface="Didact Gothic"/>
              <a:buChar char="■"/>
              <a:defRPr>
                <a:solidFill>
                  <a:schemeClr val="dk1"/>
                </a:solidFill>
                <a:latin typeface="Didact Gothic"/>
                <a:ea typeface="Didact Gothic"/>
                <a:cs typeface="Didact Gothic"/>
                <a:sym typeface="Didact Gothic"/>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1" r:id="rId3"/>
    <p:sldLayoutId id="2147483652" r:id="rId4"/>
    <p:sldLayoutId id="2147483653" r:id="rId5"/>
    <p:sldLayoutId id="2147483655" r:id="rId6"/>
    <p:sldLayoutId id="2147483658" r:id="rId7"/>
    <p:sldLayoutId id="2147483659" r:id="rId8"/>
    <p:sldLayoutId id="2147483660" r:id="rId9"/>
    <p:sldLayoutId id="2147483661" r:id="rId10"/>
    <p:sldLayoutId id="2147483663" r:id="rId11"/>
    <p:sldLayoutId id="2147483664" r:id="rId12"/>
    <p:sldLayoutId id="2147483665" r:id="rId13"/>
    <p:sldLayoutId id="2147483667" r:id="rId14"/>
    <p:sldLayoutId id="2147483675" r:id="rId15"/>
    <p:sldLayoutId id="2147483676" r:id="rId16"/>
    <p:sldLayoutId id="2147483677" r:id="rId17"/>
    <p:sldLayoutId id="2147483678" r:id="rId1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pic>
        <p:nvPicPr>
          <p:cNvPr id="6" name="Picture 5">
            <a:extLst>
              <a:ext uri="{FF2B5EF4-FFF2-40B4-BE49-F238E27FC236}">
                <a16:creationId xmlns:a16="http://schemas.microsoft.com/office/drawing/2014/main" id="{640F70E3-E4D0-0E5B-3D5B-C8F4F8F37B4F}"/>
              </a:ext>
            </a:extLst>
          </p:cNvPr>
          <p:cNvPicPr>
            <a:picLocks noChangeAspect="1"/>
          </p:cNvPicPr>
          <p:nvPr/>
        </p:nvPicPr>
        <p:blipFill>
          <a:blip r:embed="rId3"/>
          <a:stretch>
            <a:fillRect/>
          </a:stretch>
        </p:blipFill>
        <p:spPr>
          <a:xfrm>
            <a:off x="237368" y="1812732"/>
            <a:ext cx="8669263" cy="151803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pic>
        <p:nvPicPr>
          <p:cNvPr id="6" name="Picture 5">
            <a:extLst>
              <a:ext uri="{FF2B5EF4-FFF2-40B4-BE49-F238E27FC236}">
                <a16:creationId xmlns:a16="http://schemas.microsoft.com/office/drawing/2014/main" id="{F1349847-FC88-9AB7-550F-66579D90693F}"/>
              </a:ext>
            </a:extLst>
          </p:cNvPr>
          <p:cNvPicPr>
            <a:picLocks noChangeAspect="1"/>
          </p:cNvPicPr>
          <p:nvPr/>
        </p:nvPicPr>
        <p:blipFill>
          <a:blip r:embed="rId3"/>
          <a:stretch>
            <a:fillRect/>
          </a:stretch>
        </p:blipFill>
        <p:spPr>
          <a:xfrm>
            <a:off x="237368" y="0"/>
            <a:ext cx="8669263" cy="1499746"/>
          </a:xfrm>
          <a:prstGeom prst="rect">
            <a:avLst/>
          </a:prstGeom>
        </p:spPr>
      </p:pic>
      <p:pic>
        <p:nvPicPr>
          <p:cNvPr id="7" name="Picture 6">
            <a:extLst>
              <a:ext uri="{FF2B5EF4-FFF2-40B4-BE49-F238E27FC236}">
                <a16:creationId xmlns:a16="http://schemas.microsoft.com/office/drawing/2014/main" id="{D4F30C39-C1BC-1790-290B-072525B52856}"/>
              </a:ext>
            </a:extLst>
          </p:cNvPr>
          <p:cNvPicPr>
            <a:picLocks noChangeAspect="1"/>
          </p:cNvPicPr>
          <p:nvPr/>
        </p:nvPicPr>
        <p:blipFill>
          <a:blip r:embed="rId4"/>
          <a:stretch>
            <a:fillRect/>
          </a:stretch>
        </p:blipFill>
        <p:spPr>
          <a:xfrm>
            <a:off x="342900" y="1403543"/>
            <a:ext cx="9144000" cy="276821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32" name="TextBox 31">
            <a:extLst>
              <a:ext uri="{FF2B5EF4-FFF2-40B4-BE49-F238E27FC236}">
                <a16:creationId xmlns:a16="http://schemas.microsoft.com/office/drawing/2014/main" id="{E698FD6C-0750-F105-C4F1-559D1FE1A164}"/>
              </a:ext>
            </a:extLst>
          </p:cNvPr>
          <p:cNvSpPr txBox="1"/>
          <p:nvPr/>
        </p:nvSpPr>
        <p:spPr>
          <a:xfrm>
            <a:off x="1346200" y="177800"/>
            <a:ext cx="6007100" cy="1323439"/>
          </a:xfrm>
          <a:prstGeom prst="rect">
            <a:avLst/>
          </a:prstGeom>
          <a:noFill/>
        </p:spPr>
        <p:txBody>
          <a:bodyPr wrap="square" rtlCol="0">
            <a:spAutoFit/>
          </a:bodyPr>
          <a:lstStyle/>
          <a:p>
            <a:pPr algn="just"/>
            <a:r>
              <a:rPr lang="en-US" sz="4000" dirty="0">
                <a:solidFill>
                  <a:schemeClr val="tx1"/>
                </a:solidFill>
                <a:latin typeface="Times New Roman" panose="02020603050405020304" pitchFamily="18" charset="0"/>
                <a:cs typeface="Times New Roman" panose="02020603050405020304" pitchFamily="18" charset="0"/>
              </a:rPr>
              <a:t>1.Ý </a:t>
            </a:r>
            <a:r>
              <a:rPr lang="en-US" sz="4000" dirty="0" err="1">
                <a:solidFill>
                  <a:schemeClr val="tx1"/>
                </a:solidFill>
                <a:latin typeface="Times New Roman" panose="02020603050405020304" pitchFamily="18" charset="0"/>
                <a:cs typeface="Times New Roman" panose="02020603050405020304" pitchFamily="18" charset="0"/>
              </a:rPr>
              <a:t>tưởng</a:t>
            </a:r>
            <a:r>
              <a:rPr lang="en-US" sz="4000" dirty="0">
                <a:solidFill>
                  <a:schemeClr val="tx1"/>
                </a:solidFill>
                <a:latin typeface="Times New Roman" panose="02020603050405020304" pitchFamily="18" charset="0"/>
                <a:cs typeface="Times New Roman" panose="02020603050405020304" pitchFamily="18" charset="0"/>
              </a:rPr>
              <a:t> </a:t>
            </a:r>
            <a:r>
              <a:rPr lang="en-US" sz="4000" dirty="0" err="1">
                <a:solidFill>
                  <a:schemeClr val="tx1"/>
                </a:solidFill>
                <a:latin typeface="Times New Roman" panose="02020603050405020304" pitchFamily="18" charset="0"/>
                <a:cs typeface="Times New Roman" panose="02020603050405020304" pitchFamily="18" charset="0"/>
              </a:rPr>
              <a:t>của</a:t>
            </a:r>
            <a:r>
              <a:rPr lang="en-US" sz="4000" dirty="0">
                <a:solidFill>
                  <a:schemeClr val="tx1"/>
                </a:solidFill>
                <a:latin typeface="Times New Roman" panose="02020603050405020304" pitchFamily="18" charset="0"/>
                <a:cs typeface="Times New Roman" panose="02020603050405020304" pitchFamily="18" charset="0"/>
              </a:rPr>
              <a:t> </a:t>
            </a:r>
            <a:r>
              <a:rPr lang="en-US" sz="4000" dirty="0" err="1">
                <a:solidFill>
                  <a:schemeClr val="tx1"/>
                </a:solidFill>
                <a:latin typeface="Times New Roman" panose="02020603050405020304" pitchFamily="18" charset="0"/>
                <a:cs typeface="Times New Roman" panose="02020603050405020304" pitchFamily="18" charset="0"/>
              </a:rPr>
              <a:t>thuật</a:t>
            </a:r>
            <a:r>
              <a:rPr lang="en-US" sz="4000" dirty="0">
                <a:solidFill>
                  <a:schemeClr val="tx1"/>
                </a:solidFill>
                <a:latin typeface="Times New Roman" panose="02020603050405020304" pitchFamily="18" charset="0"/>
                <a:cs typeface="Times New Roman" panose="02020603050405020304" pitchFamily="18" charset="0"/>
              </a:rPr>
              <a:t> </a:t>
            </a:r>
            <a:r>
              <a:rPr lang="en-US" sz="4000" dirty="0" err="1">
                <a:solidFill>
                  <a:schemeClr val="tx1"/>
                </a:solidFill>
                <a:latin typeface="Times New Roman" panose="02020603050405020304" pitchFamily="18" charset="0"/>
                <a:cs typeface="Times New Roman" panose="02020603050405020304" pitchFamily="18" charset="0"/>
              </a:rPr>
              <a:t>toán</a:t>
            </a:r>
            <a:r>
              <a:rPr lang="en-US" sz="4000" dirty="0">
                <a:solidFill>
                  <a:schemeClr val="tx1"/>
                </a:solidFill>
                <a:latin typeface="Times New Roman" panose="02020603050405020304" pitchFamily="18" charset="0"/>
                <a:cs typeface="Times New Roman" panose="02020603050405020304" pitchFamily="18" charset="0"/>
              </a:rPr>
              <a:t> selection sort :</a:t>
            </a:r>
          </a:p>
        </p:txBody>
      </p:sp>
      <p:sp>
        <p:nvSpPr>
          <p:cNvPr id="33" name="TextBox 32">
            <a:extLst>
              <a:ext uri="{FF2B5EF4-FFF2-40B4-BE49-F238E27FC236}">
                <a16:creationId xmlns:a16="http://schemas.microsoft.com/office/drawing/2014/main" id="{2752757D-66F4-8C8F-2537-846E5155F91D}"/>
              </a:ext>
            </a:extLst>
          </p:cNvPr>
          <p:cNvSpPr txBox="1"/>
          <p:nvPr/>
        </p:nvSpPr>
        <p:spPr>
          <a:xfrm>
            <a:off x="1181100" y="1651000"/>
            <a:ext cx="6642100" cy="3108543"/>
          </a:xfrm>
          <a:prstGeom prst="rect">
            <a:avLst/>
          </a:prstGeom>
          <a:noFill/>
        </p:spPr>
        <p:txBody>
          <a:bodyPr wrap="square" rtlCol="0">
            <a:spAutoFit/>
          </a:bodyPr>
          <a:lstStyle/>
          <a:p>
            <a:r>
              <a:rPr lang="en-US" sz="2800" dirty="0">
                <a:solidFill>
                  <a:schemeClr val="tx1"/>
                </a:solidFill>
                <a:latin typeface="+mj-lt"/>
              </a:rPr>
              <a:t>-</a:t>
            </a:r>
            <a:r>
              <a:rPr lang="vi-VN" sz="2800" dirty="0">
                <a:solidFill>
                  <a:schemeClr val="tx1"/>
                </a:solidFill>
                <a:latin typeface="+mj-lt"/>
              </a:rPr>
              <a:t>Thuật toán selection sort sắp xếp một mảng bằng cách đi tìm phần tử có giá trị nhỏ nhất(giả sử với sắp xếp mảng tăng dần) trong đoạn đoạn chưa được sắp xếp và đổi cho phần tử nhỏ nhất đó với phần tử ở đầu đoạn chưa được sắp xếp(không phải đầu mảng). Thuật toán sẽ chia mảng làm 2 mảng con</a:t>
            </a:r>
            <a:r>
              <a:rPr lang="en-US" sz="2800" dirty="0">
                <a:solidFill>
                  <a:schemeClr val="tx1"/>
                </a:solidFill>
                <a:latin typeface="+mj-lt"/>
              </a:rPr>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8" name="TextBox 7">
            <a:extLst>
              <a:ext uri="{FF2B5EF4-FFF2-40B4-BE49-F238E27FC236}">
                <a16:creationId xmlns:a16="http://schemas.microsoft.com/office/drawing/2014/main" id="{152D48C1-1F95-05A8-1E13-095CB85C4868}"/>
              </a:ext>
            </a:extLst>
          </p:cNvPr>
          <p:cNvSpPr txBox="1"/>
          <p:nvPr/>
        </p:nvSpPr>
        <p:spPr>
          <a:xfrm>
            <a:off x="958850" y="1346200"/>
            <a:ext cx="7226300" cy="2554545"/>
          </a:xfrm>
          <a:prstGeom prst="rect">
            <a:avLst/>
          </a:prstGeom>
          <a:noFill/>
        </p:spPr>
        <p:txBody>
          <a:bodyPr wrap="square" rtlCol="0">
            <a:spAutoFit/>
          </a:bodyPr>
          <a:lstStyle/>
          <a:p>
            <a:r>
              <a:rPr lang="vi-VN" sz="3200" dirty="0">
                <a:solidFill>
                  <a:schemeClr val="tx1"/>
                </a:solidFill>
                <a:latin typeface="+mj-lt"/>
              </a:rPr>
              <a:t>	</a:t>
            </a:r>
            <a:r>
              <a:rPr lang="en-US" sz="3200" dirty="0">
                <a:solidFill>
                  <a:schemeClr val="tx1"/>
                </a:solidFill>
                <a:latin typeface="+mj-lt"/>
              </a:rPr>
              <a:t>-</a:t>
            </a:r>
            <a:r>
              <a:rPr lang="vi-VN" sz="3200" dirty="0">
                <a:solidFill>
                  <a:schemeClr val="tx1"/>
                </a:solidFill>
                <a:latin typeface="+mj-lt"/>
              </a:rPr>
              <a:t>Một mảng con đã được sắp xếp</a:t>
            </a:r>
          </a:p>
          <a:p>
            <a:r>
              <a:rPr lang="vi-VN" sz="3200" dirty="0">
                <a:solidFill>
                  <a:schemeClr val="tx1"/>
                </a:solidFill>
                <a:latin typeface="+mj-lt"/>
              </a:rPr>
              <a:t>	</a:t>
            </a:r>
            <a:r>
              <a:rPr lang="en-US" sz="3200" dirty="0">
                <a:solidFill>
                  <a:schemeClr val="tx1"/>
                </a:solidFill>
                <a:latin typeface="+mj-lt"/>
              </a:rPr>
              <a:t>-</a:t>
            </a:r>
            <a:r>
              <a:rPr lang="vi-VN" sz="3200" dirty="0">
                <a:solidFill>
                  <a:schemeClr val="tx1"/>
                </a:solidFill>
                <a:latin typeface="+mj-lt"/>
              </a:rPr>
              <a:t>Một mảng con chưa được sắp xếp</a:t>
            </a:r>
          </a:p>
          <a:p>
            <a:r>
              <a:rPr lang="vi-VN" sz="3200" dirty="0">
                <a:solidFill>
                  <a:schemeClr val="tx1"/>
                </a:solidFill>
                <a:latin typeface="+mj-lt"/>
              </a:rPr>
              <a:t>Tại mỗi bước lặp của thuật toán, phần tử nhỏ nhất ở mảng con chưa được sắp xếp sẽ được di chuyển về đoạn đã sắp xếp.</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6" name="TextBox 5">
            <a:extLst>
              <a:ext uri="{FF2B5EF4-FFF2-40B4-BE49-F238E27FC236}">
                <a16:creationId xmlns:a16="http://schemas.microsoft.com/office/drawing/2014/main" id="{F85184E1-5A8C-0237-C05C-F9ECDA724688}"/>
              </a:ext>
            </a:extLst>
          </p:cNvPr>
          <p:cNvSpPr txBox="1"/>
          <p:nvPr/>
        </p:nvSpPr>
        <p:spPr>
          <a:xfrm>
            <a:off x="952500" y="420757"/>
            <a:ext cx="6667500" cy="707886"/>
          </a:xfrm>
          <a:prstGeom prst="rect">
            <a:avLst/>
          </a:prstGeom>
          <a:noFill/>
        </p:spPr>
        <p:txBody>
          <a:bodyPr wrap="square" rtlCol="0">
            <a:spAutoFit/>
          </a:bodyPr>
          <a:lstStyle/>
          <a:p>
            <a:r>
              <a:rPr lang="en-US" sz="4000" dirty="0">
                <a:solidFill>
                  <a:schemeClr val="tx1"/>
                </a:solidFill>
              </a:rPr>
              <a:t>2. </a:t>
            </a:r>
            <a:r>
              <a:rPr lang="en-US" sz="4000" dirty="0" err="1">
                <a:solidFill>
                  <a:schemeClr val="tx1"/>
                </a:solidFill>
              </a:rPr>
              <a:t>Ví</a:t>
            </a:r>
            <a:r>
              <a:rPr lang="en-US" sz="4000" dirty="0">
                <a:solidFill>
                  <a:schemeClr val="tx1"/>
                </a:solidFill>
              </a:rPr>
              <a:t> </a:t>
            </a:r>
            <a:r>
              <a:rPr lang="en-US" sz="4000" dirty="0" err="1">
                <a:solidFill>
                  <a:schemeClr val="tx1"/>
                </a:solidFill>
              </a:rPr>
              <a:t>dụ</a:t>
            </a:r>
            <a:r>
              <a:rPr lang="en-US" sz="4000" dirty="0">
                <a:solidFill>
                  <a:schemeClr val="tx1"/>
                </a:solidFill>
              </a:rPr>
              <a:t> </a:t>
            </a:r>
            <a:r>
              <a:rPr lang="en-US" sz="4000" dirty="0" err="1">
                <a:solidFill>
                  <a:schemeClr val="tx1"/>
                </a:solidFill>
              </a:rPr>
              <a:t>minh</a:t>
            </a:r>
            <a:r>
              <a:rPr lang="en-US" sz="4000" dirty="0">
                <a:solidFill>
                  <a:schemeClr val="tx1"/>
                </a:solidFill>
              </a:rPr>
              <a:t> </a:t>
            </a:r>
            <a:r>
              <a:rPr lang="en-US" sz="4000" dirty="0" err="1">
                <a:solidFill>
                  <a:schemeClr val="tx1"/>
                </a:solidFill>
              </a:rPr>
              <a:t>họa</a:t>
            </a:r>
            <a:r>
              <a:rPr lang="en-US" sz="4000" dirty="0">
                <a:solidFill>
                  <a:schemeClr val="tx1"/>
                </a:solidFill>
              </a:rPr>
              <a:t> :</a:t>
            </a:r>
          </a:p>
        </p:txBody>
      </p:sp>
      <p:pic>
        <p:nvPicPr>
          <p:cNvPr id="7" name="Picture 6">
            <a:extLst>
              <a:ext uri="{FF2B5EF4-FFF2-40B4-BE49-F238E27FC236}">
                <a16:creationId xmlns:a16="http://schemas.microsoft.com/office/drawing/2014/main" id="{2FC402A5-8B97-BD0B-501E-4929F995DF84}"/>
              </a:ext>
            </a:extLst>
          </p:cNvPr>
          <p:cNvPicPr>
            <a:picLocks noChangeAspect="1"/>
          </p:cNvPicPr>
          <p:nvPr/>
        </p:nvPicPr>
        <p:blipFill>
          <a:blip r:embed="rId3"/>
          <a:stretch>
            <a:fillRect/>
          </a:stretch>
        </p:blipFill>
        <p:spPr>
          <a:xfrm>
            <a:off x="-1" y="0"/>
            <a:ext cx="9144002" cy="5143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 calcmode="lin" valueType="num">
                                      <p:cBhvr additive="base">
                                        <p:cTn id="14" dur="500" fill="hold"/>
                                        <p:tgtEl>
                                          <p:spTgt spid="7"/>
                                        </p:tgtEl>
                                        <p:attrNameLst>
                                          <p:attrName>ppt_x</p:attrName>
                                        </p:attrNameLst>
                                      </p:cBhvr>
                                      <p:tavLst>
                                        <p:tav tm="0">
                                          <p:val>
                                            <p:strVal val="#ppt_x"/>
                                          </p:val>
                                        </p:tav>
                                        <p:tav tm="100000">
                                          <p:val>
                                            <p:strVal val="#ppt_x"/>
                                          </p:val>
                                        </p:tav>
                                      </p:tavLst>
                                    </p:anim>
                                    <p:anim calcmode="lin" valueType="num">
                                      <p:cBhvr additive="base">
                                        <p:cTn id="15"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10" name="TextBox 9">
            <a:extLst>
              <a:ext uri="{FF2B5EF4-FFF2-40B4-BE49-F238E27FC236}">
                <a16:creationId xmlns:a16="http://schemas.microsoft.com/office/drawing/2014/main" id="{F8E27516-69D0-674F-006C-47653C9D6D81}"/>
              </a:ext>
            </a:extLst>
          </p:cNvPr>
          <p:cNvSpPr txBox="1"/>
          <p:nvPr/>
        </p:nvSpPr>
        <p:spPr>
          <a:xfrm>
            <a:off x="1816100" y="177800"/>
            <a:ext cx="5829300" cy="1323439"/>
          </a:xfrm>
          <a:prstGeom prst="rect">
            <a:avLst/>
          </a:prstGeom>
          <a:noFill/>
        </p:spPr>
        <p:txBody>
          <a:bodyPr wrap="square" rtlCol="0">
            <a:spAutoFit/>
          </a:bodyPr>
          <a:lstStyle/>
          <a:p>
            <a:r>
              <a:rPr lang="en-US" sz="4000" dirty="0">
                <a:solidFill>
                  <a:schemeClr val="tx1"/>
                </a:solidFill>
                <a:latin typeface="Times New Roman" panose="02020603050405020304" pitchFamily="18" charset="0"/>
                <a:cs typeface="Times New Roman" panose="02020603050405020304" pitchFamily="18" charset="0"/>
              </a:rPr>
              <a:t>Minh </a:t>
            </a:r>
            <a:r>
              <a:rPr lang="en-US" sz="4000" dirty="0" err="1">
                <a:solidFill>
                  <a:schemeClr val="tx1"/>
                </a:solidFill>
                <a:latin typeface="Times New Roman" panose="02020603050405020304" pitchFamily="18" charset="0"/>
                <a:cs typeface="Times New Roman" panose="02020603050405020304" pitchFamily="18" charset="0"/>
              </a:rPr>
              <a:t>họa</a:t>
            </a:r>
            <a:r>
              <a:rPr lang="en-US" sz="4000" dirty="0">
                <a:solidFill>
                  <a:schemeClr val="tx1"/>
                </a:solidFill>
                <a:latin typeface="Times New Roman" panose="02020603050405020304" pitchFamily="18" charset="0"/>
                <a:cs typeface="Times New Roman" panose="02020603050405020304" pitchFamily="18" charset="0"/>
              </a:rPr>
              <a:t> </a:t>
            </a:r>
            <a:r>
              <a:rPr lang="en-US" sz="4000" dirty="0" err="1">
                <a:solidFill>
                  <a:schemeClr val="tx1"/>
                </a:solidFill>
                <a:latin typeface="Times New Roman" panose="02020603050405020304" pitchFamily="18" charset="0"/>
                <a:cs typeface="Times New Roman" panose="02020603050405020304" pitchFamily="18" charset="0"/>
              </a:rPr>
              <a:t>thuật</a:t>
            </a:r>
            <a:r>
              <a:rPr lang="en-US" sz="4000" dirty="0">
                <a:solidFill>
                  <a:schemeClr val="tx1"/>
                </a:solidFill>
                <a:latin typeface="Times New Roman" panose="02020603050405020304" pitchFamily="18" charset="0"/>
                <a:cs typeface="Times New Roman" panose="02020603050405020304" pitchFamily="18" charset="0"/>
              </a:rPr>
              <a:t> </a:t>
            </a:r>
            <a:r>
              <a:rPr lang="en-US" sz="4000" dirty="0" err="1">
                <a:solidFill>
                  <a:schemeClr val="tx1"/>
                </a:solidFill>
                <a:latin typeface="Times New Roman" panose="02020603050405020304" pitchFamily="18" charset="0"/>
                <a:cs typeface="Times New Roman" panose="02020603050405020304" pitchFamily="18" charset="0"/>
              </a:rPr>
              <a:t>toán</a:t>
            </a:r>
            <a:r>
              <a:rPr lang="en-US" sz="4000" dirty="0">
                <a:solidFill>
                  <a:schemeClr val="tx1"/>
                </a:solidFill>
                <a:latin typeface="Times New Roman" panose="02020603050405020304" pitchFamily="18" charset="0"/>
                <a:cs typeface="Times New Roman" panose="02020603050405020304" pitchFamily="18" charset="0"/>
              </a:rPr>
              <a:t> </a:t>
            </a:r>
            <a:r>
              <a:rPr lang="en-US" sz="4000" dirty="0" err="1">
                <a:solidFill>
                  <a:schemeClr val="tx1"/>
                </a:solidFill>
                <a:latin typeface="Times New Roman" panose="02020603050405020304" pitchFamily="18" charset="0"/>
                <a:cs typeface="Times New Roman" panose="02020603050405020304" pitchFamily="18" charset="0"/>
              </a:rPr>
              <a:t>sử</a:t>
            </a:r>
            <a:r>
              <a:rPr lang="en-US" sz="4000" dirty="0">
                <a:solidFill>
                  <a:schemeClr val="tx1"/>
                </a:solidFill>
                <a:latin typeface="Times New Roman" panose="02020603050405020304" pitchFamily="18" charset="0"/>
                <a:cs typeface="Times New Roman" panose="02020603050405020304" pitchFamily="18" charset="0"/>
              </a:rPr>
              <a:t> </a:t>
            </a:r>
            <a:r>
              <a:rPr lang="en-US" sz="4000" dirty="0" err="1">
                <a:solidFill>
                  <a:schemeClr val="tx1"/>
                </a:solidFill>
                <a:latin typeface="Times New Roman" panose="02020603050405020304" pitchFamily="18" charset="0"/>
                <a:cs typeface="Times New Roman" panose="02020603050405020304" pitchFamily="18" charset="0"/>
              </a:rPr>
              <a:t>dụng</a:t>
            </a:r>
            <a:r>
              <a:rPr lang="en-US" sz="4000" dirty="0">
                <a:solidFill>
                  <a:schemeClr val="tx1"/>
                </a:solidFill>
                <a:latin typeface="Times New Roman" panose="02020603050405020304" pitchFamily="18" charset="0"/>
                <a:cs typeface="Times New Roman" panose="02020603050405020304" pitchFamily="18" charset="0"/>
              </a:rPr>
              <a:t> </a:t>
            </a:r>
            <a:r>
              <a:rPr lang="en-US" sz="4000" dirty="0" err="1">
                <a:solidFill>
                  <a:schemeClr val="tx1"/>
                </a:solidFill>
                <a:latin typeface="Times New Roman" panose="02020603050405020304" pitchFamily="18" charset="0"/>
                <a:cs typeface="Times New Roman" panose="02020603050405020304" pitchFamily="18" charset="0"/>
              </a:rPr>
              <a:t>ngôn</a:t>
            </a:r>
            <a:r>
              <a:rPr lang="en-US" sz="4000" dirty="0">
                <a:solidFill>
                  <a:schemeClr val="tx1"/>
                </a:solidFill>
                <a:latin typeface="Times New Roman" panose="02020603050405020304" pitchFamily="18" charset="0"/>
                <a:cs typeface="Times New Roman" panose="02020603050405020304" pitchFamily="18" charset="0"/>
              </a:rPr>
              <a:t> </a:t>
            </a:r>
            <a:r>
              <a:rPr lang="en-US" sz="4000" dirty="0" err="1">
                <a:solidFill>
                  <a:schemeClr val="tx1"/>
                </a:solidFill>
                <a:latin typeface="Times New Roman" panose="02020603050405020304" pitchFamily="18" charset="0"/>
                <a:cs typeface="Times New Roman" panose="02020603050405020304" pitchFamily="18" charset="0"/>
              </a:rPr>
              <a:t>ngữ</a:t>
            </a:r>
            <a:r>
              <a:rPr lang="en-US" sz="4000" dirty="0">
                <a:solidFill>
                  <a:schemeClr val="tx1"/>
                </a:solidFill>
                <a:latin typeface="Times New Roman" panose="02020603050405020304" pitchFamily="18" charset="0"/>
                <a:cs typeface="Times New Roman" panose="02020603050405020304" pitchFamily="18" charset="0"/>
              </a:rPr>
              <a:t> C++</a:t>
            </a:r>
          </a:p>
        </p:txBody>
      </p:sp>
      <p:pic>
        <p:nvPicPr>
          <p:cNvPr id="11" name="Picture 10">
            <a:extLst>
              <a:ext uri="{FF2B5EF4-FFF2-40B4-BE49-F238E27FC236}">
                <a16:creationId xmlns:a16="http://schemas.microsoft.com/office/drawing/2014/main" id="{6A29F961-2FD1-CDFB-3BE9-072EFC0035F4}"/>
              </a:ext>
            </a:extLst>
          </p:cNvPr>
          <p:cNvPicPr>
            <a:picLocks noChangeAspect="1"/>
          </p:cNvPicPr>
          <p:nvPr/>
        </p:nvPicPr>
        <p:blipFill>
          <a:blip r:embed="rId3"/>
          <a:stretch>
            <a:fillRect/>
          </a:stretch>
        </p:blipFill>
        <p:spPr>
          <a:xfrm>
            <a:off x="0" y="0"/>
            <a:ext cx="9144000" cy="5143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500"/>
                                        <p:tgtEl>
                                          <p:spTgt spid="11"/>
                                        </p:tgtEl>
                                      </p:cBhvr>
                                    </p:animEffect>
                                    <p:anim calcmode="lin" valueType="num">
                                      <p:cBhvr>
                                        <p:cTn id="15" dur="500" fill="hold"/>
                                        <p:tgtEl>
                                          <p:spTgt spid="11"/>
                                        </p:tgtEl>
                                        <p:attrNameLst>
                                          <p:attrName>ppt_x</p:attrName>
                                        </p:attrNameLst>
                                      </p:cBhvr>
                                      <p:tavLst>
                                        <p:tav tm="0">
                                          <p:val>
                                            <p:strVal val="#ppt_x"/>
                                          </p:val>
                                        </p:tav>
                                        <p:tav tm="100000">
                                          <p:val>
                                            <p:strVal val="#ppt_x"/>
                                          </p:val>
                                        </p:tav>
                                      </p:tavLst>
                                    </p:anim>
                                    <p:anim calcmode="lin" valueType="num">
                                      <p:cBhvr>
                                        <p:cTn id="16" dur="5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5" name="TextBox 4">
            <a:extLst>
              <a:ext uri="{FF2B5EF4-FFF2-40B4-BE49-F238E27FC236}">
                <a16:creationId xmlns:a16="http://schemas.microsoft.com/office/drawing/2014/main" id="{17F5C9FF-56AA-EF9F-EC5E-6A9438E75F7D}"/>
              </a:ext>
            </a:extLst>
          </p:cNvPr>
          <p:cNvSpPr txBox="1"/>
          <p:nvPr/>
        </p:nvSpPr>
        <p:spPr>
          <a:xfrm>
            <a:off x="1454150" y="2187029"/>
            <a:ext cx="6686550" cy="769441"/>
          </a:xfrm>
          <a:prstGeom prst="rect">
            <a:avLst/>
          </a:prstGeom>
          <a:noFill/>
        </p:spPr>
        <p:txBody>
          <a:bodyPr wrap="square" rtlCol="0">
            <a:spAutoFit/>
          </a:bodyPr>
          <a:lstStyle/>
          <a:p>
            <a:r>
              <a:rPr lang="en-US" sz="4400" dirty="0">
                <a:solidFill>
                  <a:schemeClr val="tx1"/>
                </a:solidFill>
                <a:latin typeface="Times New Roman" panose="02020603050405020304" pitchFamily="18" charset="0"/>
                <a:cs typeface="Times New Roman" panose="02020603050405020304" pitchFamily="18" charset="0"/>
              </a:rPr>
              <a:t>2. </a:t>
            </a:r>
            <a:r>
              <a:rPr lang="en-US" sz="4400" dirty="0" err="1">
                <a:solidFill>
                  <a:schemeClr val="tx1"/>
                </a:solidFill>
                <a:latin typeface="Times New Roman" panose="02020603050405020304" pitchFamily="18" charset="0"/>
                <a:cs typeface="Times New Roman" panose="02020603050405020304" pitchFamily="18" charset="0"/>
              </a:rPr>
              <a:t>Thuật</a:t>
            </a:r>
            <a:r>
              <a:rPr lang="en-US" sz="4400" dirty="0">
                <a:solidFill>
                  <a:schemeClr val="tx1"/>
                </a:solidFill>
                <a:latin typeface="Times New Roman" panose="02020603050405020304" pitchFamily="18" charset="0"/>
                <a:cs typeface="Times New Roman" panose="02020603050405020304" pitchFamily="18" charset="0"/>
              </a:rPr>
              <a:t> </a:t>
            </a:r>
            <a:r>
              <a:rPr lang="en-US" sz="4400" dirty="0" err="1">
                <a:solidFill>
                  <a:schemeClr val="tx1"/>
                </a:solidFill>
                <a:latin typeface="Times New Roman" panose="02020603050405020304" pitchFamily="18" charset="0"/>
                <a:cs typeface="Times New Roman" panose="02020603050405020304" pitchFamily="18" charset="0"/>
              </a:rPr>
              <a:t>toán</a:t>
            </a:r>
            <a:r>
              <a:rPr lang="en-US" sz="4400" dirty="0">
                <a:solidFill>
                  <a:schemeClr val="tx1"/>
                </a:solidFill>
                <a:latin typeface="Times New Roman" panose="02020603050405020304" pitchFamily="18" charset="0"/>
                <a:cs typeface="Times New Roman" panose="02020603050405020304" pitchFamily="18" charset="0"/>
              </a:rPr>
              <a:t> Bubble Sort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12" name="TextBox 11">
            <a:extLst>
              <a:ext uri="{FF2B5EF4-FFF2-40B4-BE49-F238E27FC236}">
                <a16:creationId xmlns:a16="http://schemas.microsoft.com/office/drawing/2014/main" id="{86C35076-E993-63D8-CBF5-E551534D33FB}"/>
              </a:ext>
            </a:extLst>
          </p:cNvPr>
          <p:cNvSpPr txBox="1"/>
          <p:nvPr/>
        </p:nvSpPr>
        <p:spPr>
          <a:xfrm>
            <a:off x="1517649" y="469900"/>
            <a:ext cx="6108700" cy="523220"/>
          </a:xfrm>
          <a:prstGeom prst="rect">
            <a:avLst/>
          </a:prstGeom>
          <a:noFill/>
        </p:spPr>
        <p:txBody>
          <a:bodyPr wrap="square" rtlCol="0">
            <a:spAutoFit/>
          </a:bodyPr>
          <a:lstStyle/>
          <a:p>
            <a:r>
              <a:rPr lang="en-US" sz="2800" dirty="0">
                <a:solidFill>
                  <a:schemeClr val="tx1"/>
                </a:solidFill>
                <a:latin typeface="Times New Roman" panose="02020603050405020304" pitchFamily="18" charset="0"/>
                <a:cs typeface="Times New Roman" panose="02020603050405020304" pitchFamily="18" charset="0"/>
              </a:rPr>
              <a:t>a. </a:t>
            </a:r>
            <a:r>
              <a:rPr lang="vi-VN" sz="2800" dirty="0">
                <a:solidFill>
                  <a:schemeClr val="tx1"/>
                </a:solidFill>
                <a:latin typeface="Times New Roman" panose="02020603050405020304" pitchFamily="18" charset="0"/>
                <a:cs typeface="Times New Roman" panose="02020603050405020304" pitchFamily="18" charset="0"/>
              </a:rPr>
              <a:t>Ý tưởng của thuật toán Bubble Sort</a:t>
            </a:r>
            <a:r>
              <a:rPr lang="en-US" sz="2800" dirty="0">
                <a:solidFill>
                  <a:schemeClr val="tx1"/>
                </a:solidFill>
                <a:latin typeface="Times New Roman" panose="02020603050405020304" pitchFamily="18" charset="0"/>
                <a:cs typeface="Times New Roman" panose="02020603050405020304" pitchFamily="18" charset="0"/>
              </a:rPr>
              <a:t> : </a:t>
            </a:r>
            <a:r>
              <a:rPr lang="vi-VN" sz="2800" dirty="0">
                <a:solidFill>
                  <a:schemeClr val="tx1"/>
                </a:solidFill>
                <a:latin typeface="Times New Roman" panose="02020603050405020304" pitchFamily="18" charset="0"/>
                <a:cs typeface="Times New Roman" panose="02020603050405020304" pitchFamily="18" charset="0"/>
              </a:rPr>
              <a:t> </a:t>
            </a:r>
            <a:endParaRPr lang="en-US" sz="2800" dirty="0">
              <a:solidFill>
                <a:schemeClr val="tx1"/>
              </a:solidFill>
              <a:latin typeface="Times New Roman" panose="02020603050405020304" pitchFamily="18" charset="0"/>
              <a:cs typeface="Times New Roman" panose="02020603050405020304" pitchFamily="18" charset="0"/>
            </a:endParaRPr>
          </a:p>
        </p:txBody>
      </p:sp>
      <p:pic>
        <p:nvPicPr>
          <p:cNvPr id="13" name="Picture 12">
            <a:extLst>
              <a:ext uri="{FF2B5EF4-FFF2-40B4-BE49-F238E27FC236}">
                <a16:creationId xmlns:a16="http://schemas.microsoft.com/office/drawing/2014/main" id="{C29AC9BF-E348-06B2-1AC5-773A09F86734}"/>
              </a:ext>
            </a:extLst>
          </p:cNvPr>
          <p:cNvPicPr>
            <a:picLocks noChangeAspect="1"/>
          </p:cNvPicPr>
          <p:nvPr/>
        </p:nvPicPr>
        <p:blipFill>
          <a:blip r:embed="rId3"/>
          <a:stretch>
            <a:fillRect/>
          </a:stretch>
        </p:blipFill>
        <p:spPr>
          <a:xfrm>
            <a:off x="526953" y="1240633"/>
            <a:ext cx="8090093" cy="362743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pic>
        <p:nvPicPr>
          <p:cNvPr id="6" name="Picture 5">
            <a:extLst>
              <a:ext uri="{FF2B5EF4-FFF2-40B4-BE49-F238E27FC236}">
                <a16:creationId xmlns:a16="http://schemas.microsoft.com/office/drawing/2014/main" id="{768449CF-F1AC-B2C4-F9EE-DF614802FBAA}"/>
              </a:ext>
            </a:extLst>
          </p:cNvPr>
          <p:cNvPicPr>
            <a:picLocks noChangeAspect="1"/>
          </p:cNvPicPr>
          <p:nvPr/>
        </p:nvPicPr>
        <p:blipFill>
          <a:blip r:embed="rId3"/>
          <a:stretch>
            <a:fillRect/>
          </a:stretch>
        </p:blipFill>
        <p:spPr>
          <a:xfrm>
            <a:off x="1085240" y="675729"/>
            <a:ext cx="8218120" cy="3792041"/>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pic>
        <p:nvPicPr>
          <p:cNvPr id="4" name="Picture 3">
            <a:extLst>
              <a:ext uri="{FF2B5EF4-FFF2-40B4-BE49-F238E27FC236}">
                <a16:creationId xmlns:a16="http://schemas.microsoft.com/office/drawing/2014/main" id="{2EEC3DF7-280C-30A9-4C40-6F5858784717}"/>
              </a:ext>
            </a:extLst>
          </p:cNvPr>
          <p:cNvPicPr>
            <a:picLocks noChangeAspect="1"/>
          </p:cNvPicPr>
          <p:nvPr/>
        </p:nvPicPr>
        <p:blipFill>
          <a:blip r:embed="rId3"/>
          <a:stretch>
            <a:fillRect/>
          </a:stretch>
        </p:blipFill>
        <p:spPr>
          <a:xfrm>
            <a:off x="1529740" y="777329"/>
            <a:ext cx="8218120" cy="3792041"/>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71"/>
        <p:cNvGrpSpPr/>
        <p:nvPr/>
      </p:nvGrpSpPr>
      <p:grpSpPr>
        <a:xfrm>
          <a:off x="0" y="0"/>
          <a:ext cx="0" cy="0"/>
          <a:chOff x="0" y="0"/>
          <a:chExt cx="0" cy="0"/>
        </a:xfrm>
      </p:grpSpPr>
      <p:pic>
        <p:nvPicPr>
          <p:cNvPr id="16" name="Picture 15">
            <a:extLst>
              <a:ext uri="{FF2B5EF4-FFF2-40B4-BE49-F238E27FC236}">
                <a16:creationId xmlns:a16="http://schemas.microsoft.com/office/drawing/2014/main" id="{B64EE9AF-42D4-BC49-8C84-07287A1CA94F}"/>
              </a:ext>
            </a:extLst>
          </p:cNvPr>
          <p:cNvPicPr>
            <a:picLocks noChangeAspect="1"/>
          </p:cNvPicPr>
          <p:nvPr/>
        </p:nvPicPr>
        <p:blipFill>
          <a:blip r:embed="rId3"/>
          <a:stretch>
            <a:fillRect/>
          </a:stretch>
        </p:blipFill>
        <p:spPr>
          <a:xfrm>
            <a:off x="640740" y="236305"/>
            <a:ext cx="8218120" cy="388348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
        <p:nvSpPr>
          <p:cNvPr id="20" name="TextBox 19">
            <a:extLst>
              <a:ext uri="{FF2B5EF4-FFF2-40B4-BE49-F238E27FC236}">
                <a16:creationId xmlns:a16="http://schemas.microsoft.com/office/drawing/2014/main" id="{090A1282-1910-7767-888B-312EE3D7A4CB}"/>
              </a:ext>
            </a:extLst>
          </p:cNvPr>
          <p:cNvSpPr txBox="1"/>
          <p:nvPr/>
        </p:nvSpPr>
        <p:spPr>
          <a:xfrm>
            <a:off x="1682750" y="152400"/>
            <a:ext cx="5778500" cy="1446550"/>
          </a:xfrm>
          <a:prstGeom prst="rect">
            <a:avLst/>
          </a:prstGeom>
          <a:noFill/>
        </p:spPr>
        <p:txBody>
          <a:bodyPr wrap="square" rtlCol="0">
            <a:spAutoFit/>
          </a:bodyPr>
          <a:lstStyle/>
          <a:p>
            <a:r>
              <a:rPr lang="en-US" sz="4400" dirty="0">
                <a:solidFill>
                  <a:schemeClr val="tx1"/>
                </a:solidFill>
                <a:latin typeface="Times New Roman" panose="02020603050405020304" pitchFamily="18" charset="0"/>
                <a:cs typeface="Times New Roman" panose="02020603050405020304" pitchFamily="18" charset="0"/>
              </a:rPr>
              <a:t>c. Minh </a:t>
            </a:r>
            <a:r>
              <a:rPr lang="en-US" sz="4400" dirty="0" err="1">
                <a:solidFill>
                  <a:schemeClr val="tx1"/>
                </a:solidFill>
                <a:latin typeface="Times New Roman" panose="02020603050405020304" pitchFamily="18" charset="0"/>
                <a:cs typeface="Times New Roman" panose="02020603050405020304" pitchFamily="18" charset="0"/>
              </a:rPr>
              <a:t>họa</a:t>
            </a:r>
            <a:r>
              <a:rPr lang="en-US" sz="4400" dirty="0">
                <a:solidFill>
                  <a:schemeClr val="tx1"/>
                </a:solidFill>
                <a:latin typeface="Times New Roman" panose="02020603050405020304" pitchFamily="18" charset="0"/>
                <a:cs typeface="Times New Roman" panose="02020603050405020304" pitchFamily="18" charset="0"/>
              </a:rPr>
              <a:t> </a:t>
            </a:r>
            <a:r>
              <a:rPr lang="en-US" sz="4400" dirty="0" err="1">
                <a:solidFill>
                  <a:schemeClr val="tx1"/>
                </a:solidFill>
                <a:latin typeface="Times New Roman" panose="02020603050405020304" pitchFamily="18" charset="0"/>
                <a:cs typeface="Times New Roman" panose="02020603050405020304" pitchFamily="18" charset="0"/>
              </a:rPr>
              <a:t>thuật</a:t>
            </a:r>
            <a:r>
              <a:rPr lang="en-US" sz="4400" dirty="0">
                <a:solidFill>
                  <a:schemeClr val="tx1"/>
                </a:solidFill>
                <a:latin typeface="Times New Roman" panose="02020603050405020304" pitchFamily="18" charset="0"/>
                <a:cs typeface="Times New Roman" panose="02020603050405020304" pitchFamily="18" charset="0"/>
              </a:rPr>
              <a:t> </a:t>
            </a:r>
            <a:r>
              <a:rPr lang="en-US" sz="4400" dirty="0" err="1">
                <a:solidFill>
                  <a:schemeClr val="tx1"/>
                </a:solidFill>
                <a:latin typeface="Times New Roman" panose="02020603050405020304" pitchFamily="18" charset="0"/>
                <a:cs typeface="Times New Roman" panose="02020603050405020304" pitchFamily="18" charset="0"/>
              </a:rPr>
              <a:t>toán</a:t>
            </a:r>
            <a:r>
              <a:rPr lang="en-US" sz="4400" dirty="0">
                <a:solidFill>
                  <a:schemeClr val="tx1"/>
                </a:solidFill>
                <a:latin typeface="Times New Roman" panose="02020603050405020304" pitchFamily="18" charset="0"/>
                <a:cs typeface="Times New Roman" panose="02020603050405020304" pitchFamily="18" charset="0"/>
              </a:rPr>
              <a:t> </a:t>
            </a:r>
            <a:r>
              <a:rPr lang="en-US" sz="4400" dirty="0" err="1">
                <a:solidFill>
                  <a:schemeClr val="tx1"/>
                </a:solidFill>
                <a:latin typeface="Times New Roman" panose="02020603050405020304" pitchFamily="18" charset="0"/>
                <a:cs typeface="Times New Roman" panose="02020603050405020304" pitchFamily="18" charset="0"/>
              </a:rPr>
              <a:t>sử</a:t>
            </a:r>
            <a:r>
              <a:rPr lang="en-US" sz="4400" dirty="0">
                <a:solidFill>
                  <a:schemeClr val="tx1"/>
                </a:solidFill>
                <a:latin typeface="Times New Roman" panose="02020603050405020304" pitchFamily="18" charset="0"/>
                <a:cs typeface="Times New Roman" panose="02020603050405020304" pitchFamily="18" charset="0"/>
              </a:rPr>
              <a:t> </a:t>
            </a:r>
            <a:r>
              <a:rPr lang="en-US" sz="4400" dirty="0" err="1">
                <a:solidFill>
                  <a:schemeClr val="tx1"/>
                </a:solidFill>
                <a:latin typeface="Times New Roman" panose="02020603050405020304" pitchFamily="18" charset="0"/>
                <a:cs typeface="Times New Roman" panose="02020603050405020304" pitchFamily="18" charset="0"/>
              </a:rPr>
              <a:t>dụng</a:t>
            </a:r>
            <a:r>
              <a:rPr lang="en-US" sz="4400" dirty="0">
                <a:solidFill>
                  <a:schemeClr val="tx1"/>
                </a:solidFill>
                <a:latin typeface="Times New Roman" panose="02020603050405020304" pitchFamily="18" charset="0"/>
                <a:cs typeface="Times New Roman" panose="02020603050405020304" pitchFamily="18" charset="0"/>
              </a:rPr>
              <a:t> </a:t>
            </a:r>
            <a:r>
              <a:rPr lang="en-US" sz="4400" dirty="0" err="1">
                <a:solidFill>
                  <a:schemeClr val="tx1"/>
                </a:solidFill>
                <a:latin typeface="Times New Roman" panose="02020603050405020304" pitchFamily="18" charset="0"/>
                <a:cs typeface="Times New Roman" panose="02020603050405020304" pitchFamily="18" charset="0"/>
              </a:rPr>
              <a:t>ngôn</a:t>
            </a:r>
            <a:r>
              <a:rPr lang="en-US" sz="4400" dirty="0">
                <a:solidFill>
                  <a:schemeClr val="tx1"/>
                </a:solidFill>
                <a:latin typeface="Times New Roman" panose="02020603050405020304" pitchFamily="18" charset="0"/>
                <a:cs typeface="Times New Roman" panose="02020603050405020304" pitchFamily="18" charset="0"/>
              </a:rPr>
              <a:t> </a:t>
            </a:r>
            <a:r>
              <a:rPr lang="en-US" sz="4400" dirty="0" err="1">
                <a:solidFill>
                  <a:schemeClr val="tx1"/>
                </a:solidFill>
                <a:latin typeface="Times New Roman" panose="02020603050405020304" pitchFamily="18" charset="0"/>
                <a:cs typeface="Times New Roman" panose="02020603050405020304" pitchFamily="18" charset="0"/>
              </a:rPr>
              <a:t>ngữ</a:t>
            </a:r>
            <a:r>
              <a:rPr lang="en-US" sz="4400" dirty="0">
                <a:solidFill>
                  <a:schemeClr val="tx1"/>
                </a:solidFill>
                <a:latin typeface="Times New Roman" panose="02020603050405020304" pitchFamily="18" charset="0"/>
                <a:cs typeface="Times New Roman" panose="02020603050405020304" pitchFamily="18" charset="0"/>
              </a:rPr>
              <a:t> C++</a:t>
            </a:r>
          </a:p>
        </p:txBody>
      </p:sp>
      <p:pic>
        <p:nvPicPr>
          <p:cNvPr id="21" name="Picture 20">
            <a:extLst>
              <a:ext uri="{FF2B5EF4-FFF2-40B4-BE49-F238E27FC236}">
                <a16:creationId xmlns:a16="http://schemas.microsoft.com/office/drawing/2014/main" id="{61757A95-478C-F921-3928-52D5EF264820}"/>
              </a:ext>
            </a:extLst>
          </p:cNvPr>
          <p:cNvPicPr>
            <a:picLocks noChangeAspect="1"/>
          </p:cNvPicPr>
          <p:nvPr/>
        </p:nvPicPr>
        <p:blipFill>
          <a:blip r:embed="rId3"/>
          <a:stretch>
            <a:fillRect/>
          </a:stretch>
        </p:blipFill>
        <p:spPr>
          <a:xfrm>
            <a:off x="0" y="0"/>
            <a:ext cx="9144000" cy="5143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1000"/>
                                        <p:tgtEl>
                                          <p:spTgt spid="20"/>
                                        </p:tgtEl>
                                      </p:cBhvr>
                                    </p:animEffect>
                                    <p:anim calcmode="lin" valueType="num">
                                      <p:cBhvr>
                                        <p:cTn id="8" dur="1000" fill="hold"/>
                                        <p:tgtEl>
                                          <p:spTgt spid="20"/>
                                        </p:tgtEl>
                                        <p:attrNameLst>
                                          <p:attrName>ppt_x</p:attrName>
                                        </p:attrNameLst>
                                      </p:cBhvr>
                                      <p:tavLst>
                                        <p:tav tm="0">
                                          <p:val>
                                            <p:strVal val="#ppt_x"/>
                                          </p:val>
                                        </p:tav>
                                        <p:tav tm="100000">
                                          <p:val>
                                            <p:strVal val="#ppt_x"/>
                                          </p:val>
                                        </p:tav>
                                      </p:tavLst>
                                    </p:anim>
                                    <p:anim calcmode="lin" valueType="num">
                                      <p:cBhvr>
                                        <p:cTn id="9"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21"/>
                                        </p:tgtEl>
                                        <p:attrNameLst>
                                          <p:attrName>style.visibility</p:attrName>
                                        </p:attrNameLst>
                                      </p:cBhvr>
                                      <p:to>
                                        <p:strVal val="visible"/>
                                      </p:to>
                                    </p:set>
                                    <p:anim calcmode="lin" valueType="num">
                                      <p:cBhvr additive="base">
                                        <p:cTn id="14" dur="500" fill="hold"/>
                                        <p:tgtEl>
                                          <p:spTgt spid="21"/>
                                        </p:tgtEl>
                                        <p:attrNameLst>
                                          <p:attrName>ppt_x</p:attrName>
                                        </p:attrNameLst>
                                      </p:cBhvr>
                                      <p:tavLst>
                                        <p:tav tm="0">
                                          <p:val>
                                            <p:strVal val="#ppt_x"/>
                                          </p:val>
                                        </p:tav>
                                        <p:tav tm="100000">
                                          <p:val>
                                            <p:strVal val="#ppt_x"/>
                                          </p:val>
                                        </p:tav>
                                      </p:tavLst>
                                    </p:anim>
                                    <p:anim calcmode="lin" valueType="num">
                                      <p:cBhvr additive="base">
                                        <p:cTn id="15"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08"/>
        <p:cNvGrpSpPr/>
        <p:nvPr/>
      </p:nvGrpSpPr>
      <p:grpSpPr>
        <a:xfrm>
          <a:off x="0" y="0"/>
          <a:ext cx="0" cy="0"/>
          <a:chOff x="0" y="0"/>
          <a:chExt cx="0" cy="0"/>
        </a:xfrm>
      </p:grpSpPr>
      <p:sp>
        <p:nvSpPr>
          <p:cNvPr id="8" name="TextBox 7">
            <a:extLst>
              <a:ext uri="{FF2B5EF4-FFF2-40B4-BE49-F238E27FC236}">
                <a16:creationId xmlns:a16="http://schemas.microsoft.com/office/drawing/2014/main" id="{C00C8EEC-A0A7-4B2B-E745-69BDDA236E18}"/>
              </a:ext>
            </a:extLst>
          </p:cNvPr>
          <p:cNvSpPr txBox="1"/>
          <p:nvPr/>
        </p:nvSpPr>
        <p:spPr>
          <a:xfrm>
            <a:off x="1397000" y="1600200"/>
            <a:ext cx="6350000" cy="1754326"/>
          </a:xfrm>
          <a:prstGeom prst="rect">
            <a:avLst/>
          </a:prstGeom>
          <a:noFill/>
        </p:spPr>
        <p:txBody>
          <a:bodyPr wrap="square" rtlCol="0">
            <a:spAutoFit/>
          </a:bodyPr>
          <a:lstStyle/>
          <a:p>
            <a:pPr algn="ctr"/>
            <a:r>
              <a:rPr lang="en-US" sz="5400" dirty="0" err="1">
                <a:solidFill>
                  <a:schemeClr val="tx1"/>
                </a:solidFill>
                <a:latin typeface="Times New Roman" panose="02020603050405020304" pitchFamily="18" charset="0"/>
                <a:cs typeface="Times New Roman" panose="02020603050405020304" pitchFamily="18" charset="0"/>
              </a:rPr>
              <a:t>Cảm</a:t>
            </a:r>
            <a:r>
              <a:rPr lang="en-US" sz="5400" dirty="0">
                <a:solidFill>
                  <a:schemeClr val="tx1"/>
                </a:solidFill>
                <a:latin typeface="Times New Roman" panose="02020603050405020304" pitchFamily="18" charset="0"/>
                <a:cs typeface="Times New Roman" panose="02020603050405020304" pitchFamily="18" charset="0"/>
              </a:rPr>
              <a:t> </a:t>
            </a:r>
            <a:r>
              <a:rPr lang="en-US" sz="5400" dirty="0" err="1">
                <a:solidFill>
                  <a:schemeClr val="tx1"/>
                </a:solidFill>
                <a:latin typeface="Times New Roman" panose="02020603050405020304" pitchFamily="18" charset="0"/>
                <a:cs typeface="Times New Roman" panose="02020603050405020304" pitchFamily="18" charset="0"/>
              </a:rPr>
              <a:t>ơn</a:t>
            </a:r>
            <a:r>
              <a:rPr lang="en-US" sz="5400" dirty="0">
                <a:solidFill>
                  <a:schemeClr val="tx1"/>
                </a:solidFill>
                <a:latin typeface="Times New Roman" panose="02020603050405020304" pitchFamily="18" charset="0"/>
                <a:cs typeface="Times New Roman" panose="02020603050405020304" pitchFamily="18" charset="0"/>
              </a:rPr>
              <a:t> </a:t>
            </a:r>
            <a:r>
              <a:rPr lang="en-US" sz="5400" dirty="0" err="1">
                <a:solidFill>
                  <a:schemeClr val="tx1"/>
                </a:solidFill>
                <a:latin typeface="Times New Roman" panose="02020603050405020304" pitchFamily="18" charset="0"/>
                <a:cs typeface="Times New Roman" panose="02020603050405020304" pitchFamily="18" charset="0"/>
              </a:rPr>
              <a:t>cô</a:t>
            </a:r>
            <a:r>
              <a:rPr lang="en-US" sz="5400" dirty="0">
                <a:solidFill>
                  <a:schemeClr val="tx1"/>
                </a:solidFill>
                <a:latin typeface="Times New Roman" panose="02020603050405020304" pitchFamily="18" charset="0"/>
                <a:cs typeface="Times New Roman" panose="02020603050405020304" pitchFamily="18" charset="0"/>
              </a:rPr>
              <a:t> </a:t>
            </a:r>
            <a:r>
              <a:rPr lang="en-US" sz="5400" dirty="0" err="1">
                <a:solidFill>
                  <a:schemeClr val="tx1"/>
                </a:solidFill>
                <a:latin typeface="Times New Roman" panose="02020603050405020304" pitchFamily="18" charset="0"/>
                <a:cs typeface="Times New Roman" panose="02020603050405020304" pitchFamily="18" charset="0"/>
              </a:rPr>
              <a:t>và</a:t>
            </a:r>
            <a:r>
              <a:rPr lang="en-US" sz="5400" dirty="0">
                <a:solidFill>
                  <a:schemeClr val="tx1"/>
                </a:solidFill>
                <a:latin typeface="Times New Roman" panose="02020603050405020304" pitchFamily="18" charset="0"/>
                <a:cs typeface="Times New Roman" panose="02020603050405020304" pitchFamily="18" charset="0"/>
              </a:rPr>
              <a:t> </a:t>
            </a:r>
            <a:r>
              <a:rPr lang="en-US" sz="5400" dirty="0" err="1">
                <a:solidFill>
                  <a:schemeClr val="tx1"/>
                </a:solidFill>
                <a:latin typeface="Times New Roman" panose="02020603050405020304" pitchFamily="18" charset="0"/>
                <a:cs typeface="Times New Roman" panose="02020603050405020304" pitchFamily="18" charset="0"/>
              </a:rPr>
              <a:t>các</a:t>
            </a:r>
            <a:r>
              <a:rPr lang="en-US" sz="5400" dirty="0">
                <a:solidFill>
                  <a:schemeClr val="tx1"/>
                </a:solidFill>
                <a:latin typeface="Times New Roman" panose="02020603050405020304" pitchFamily="18" charset="0"/>
                <a:cs typeface="Times New Roman" panose="02020603050405020304" pitchFamily="18" charset="0"/>
              </a:rPr>
              <a:t> </a:t>
            </a:r>
            <a:r>
              <a:rPr lang="en-US" sz="5400" dirty="0" err="1">
                <a:solidFill>
                  <a:schemeClr val="tx1"/>
                </a:solidFill>
                <a:latin typeface="Times New Roman" panose="02020603050405020304" pitchFamily="18" charset="0"/>
                <a:cs typeface="Times New Roman" panose="02020603050405020304" pitchFamily="18" charset="0"/>
              </a:rPr>
              <a:t>bạn</a:t>
            </a:r>
            <a:r>
              <a:rPr lang="en-US" sz="5400" dirty="0">
                <a:solidFill>
                  <a:schemeClr val="tx1"/>
                </a:solidFill>
                <a:latin typeface="Times New Roman" panose="02020603050405020304" pitchFamily="18" charset="0"/>
                <a:cs typeface="Times New Roman" panose="02020603050405020304" pitchFamily="18" charset="0"/>
              </a:rPr>
              <a:t> </a:t>
            </a:r>
            <a:r>
              <a:rPr lang="en-US" sz="5400" dirty="0" err="1">
                <a:solidFill>
                  <a:schemeClr val="tx1"/>
                </a:solidFill>
                <a:latin typeface="Times New Roman" panose="02020603050405020304" pitchFamily="18" charset="0"/>
                <a:cs typeface="Times New Roman" panose="02020603050405020304" pitchFamily="18" charset="0"/>
              </a:rPr>
              <a:t>đã</a:t>
            </a:r>
            <a:r>
              <a:rPr lang="en-US" sz="5400" dirty="0">
                <a:solidFill>
                  <a:schemeClr val="tx1"/>
                </a:solidFill>
                <a:latin typeface="Times New Roman" panose="02020603050405020304" pitchFamily="18" charset="0"/>
                <a:cs typeface="Times New Roman" panose="02020603050405020304" pitchFamily="18" charset="0"/>
              </a:rPr>
              <a:t> </a:t>
            </a:r>
            <a:r>
              <a:rPr lang="en-US" sz="5400" dirty="0" err="1">
                <a:solidFill>
                  <a:schemeClr val="tx1"/>
                </a:solidFill>
                <a:latin typeface="Times New Roman" panose="02020603050405020304" pitchFamily="18" charset="0"/>
                <a:cs typeface="Times New Roman" panose="02020603050405020304" pitchFamily="18" charset="0"/>
              </a:rPr>
              <a:t>lắng</a:t>
            </a:r>
            <a:r>
              <a:rPr lang="en-US" sz="5400" dirty="0">
                <a:solidFill>
                  <a:schemeClr val="tx1"/>
                </a:solidFill>
                <a:latin typeface="Times New Roman" panose="02020603050405020304" pitchFamily="18" charset="0"/>
                <a:cs typeface="Times New Roman" panose="02020603050405020304" pitchFamily="18" charset="0"/>
              </a:rPr>
              <a:t> </a:t>
            </a:r>
            <a:r>
              <a:rPr lang="en-US" sz="5400" dirty="0" err="1">
                <a:solidFill>
                  <a:schemeClr val="tx1"/>
                </a:solidFill>
                <a:latin typeface="Times New Roman" panose="02020603050405020304" pitchFamily="18" charset="0"/>
                <a:cs typeface="Times New Roman" panose="02020603050405020304" pitchFamily="18" charset="0"/>
              </a:rPr>
              <a:t>nghe</a:t>
            </a:r>
            <a:endParaRPr lang="en-US" sz="54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Darkle Slideshow by Slidesgo">
  <a:themeElements>
    <a:clrScheme name="Simple Light">
      <a:dk1>
        <a:srgbClr val="FFFFFF"/>
      </a:dk1>
      <a:lt1>
        <a:srgbClr val="000000"/>
      </a:lt1>
      <a:dk2>
        <a:srgbClr val="434343"/>
      </a:dk2>
      <a:lt2>
        <a:srgbClr val="FFFFFF"/>
      </a:lt2>
      <a:accent1>
        <a:srgbClr val="A3896F"/>
      </a:accent1>
      <a:accent2>
        <a:srgbClr val="C9B18E"/>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34</TotalTime>
  <Words>182</Words>
  <Application>Microsoft Office PowerPoint</Application>
  <PresentationFormat>On-screen Show (16:9)</PresentationFormat>
  <Paragraphs>11</Paragraphs>
  <Slides>13</Slides>
  <Notes>13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Times New Roman</vt:lpstr>
      <vt:lpstr>Didact Gothic</vt:lpstr>
      <vt:lpstr>Muli</vt:lpstr>
      <vt:lpstr>Arial</vt:lpstr>
      <vt:lpstr>Roboto</vt:lpstr>
      <vt:lpstr>DM Serif Display</vt:lpstr>
      <vt:lpstr>Darkle Slideshow by Slidesgo</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Darkle Slideshow</dc:title>
  <dc:creator>admin</dc:creator>
  <cp:lastModifiedBy>admin</cp:lastModifiedBy>
  <cp:revision>2</cp:revision>
  <dcterms:modified xsi:type="dcterms:W3CDTF">2022-06-05T16:20:54Z</dcterms:modified>
</cp:coreProperties>
</file>